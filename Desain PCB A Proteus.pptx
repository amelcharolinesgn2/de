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339" r:id="rId2"/>
    <p:sldId id="355" r:id="rId3"/>
    <p:sldId id="357" r:id="rId4"/>
    <p:sldId id="358" r:id="rId5"/>
    <p:sldId id="356" r:id="rId6"/>
    <p:sldId id="354" r:id="rId7"/>
    <p:sldId id="35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nuel Fradinho" initials="M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0FF"/>
    <a:srgbClr val="00FDFF"/>
    <a:srgbClr val="00B2A5"/>
    <a:srgbClr val="00D9C7"/>
    <a:srgbClr val="73FDD6"/>
    <a:srgbClr val="A92C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=""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79922" autoAdjust="0"/>
  </p:normalViewPr>
  <p:slideViewPr>
    <p:cSldViewPr snapToGrid="0">
      <p:cViewPr varScale="1">
        <p:scale>
          <a:sx n="62" d="100"/>
          <a:sy n="62" d="100"/>
        </p:scale>
        <p:origin x="90" y="3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A3E45-57A9-44A4-8D02-ECC452318D6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32A1-099D-4B50-B749-7C373A0D8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4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https://www.theengineeringknowledge.com/pcb-designing-in-proteus/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38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5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4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02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5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2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5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0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1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10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39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49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8CD25-4015-481E-94C9-A931395C8E35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1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90" y="549166"/>
            <a:ext cx="1980634" cy="126234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202455" y="6066229"/>
            <a:ext cx="2811352" cy="42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67" dirty="0"/>
              <a:t>https://www.youtube.com/@AmelOline/videos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58153" y="5809684"/>
            <a:ext cx="1782399" cy="256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67" dirty="0"/>
              <a:t>https://github.com/siagianp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5399" y="6276607"/>
            <a:ext cx="4023019" cy="256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67" dirty="0"/>
              <a:t>https://github.com/amelcharolinesgn2/IoT_simulator-mqtt-NodeRed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3"/>
          <a:srcRect l="8646" t="12924" r="16013" b="9596"/>
          <a:stretch/>
        </p:blipFill>
        <p:spPr>
          <a:xfrm>
            <a:off x="348892" y="2278144"/>
            <a:ext cx="1209868" cy="12442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4"/>
          <a:srcRect t="31519" b="32047"/>
          <a:stretch/>
        </p:blipFill>
        <p:spPr>
          <a:xfrm>
            <a:off x="478321" y="2904448"/>
            <a:ext cx="1018759" cy="3239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070" y="1596944"/>
            <a:ext cx="1896069" cy="21332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AABCB87-2ECC-4C03-B5BB-6EE11C8A4485}"/>
              </a:ext>
            </a:extLst>
          </p:cNvPr>
          <p:cNvGrpSpPr/>
          <p:nvPr/>
        </p:nvGrpSpPr>
        <p:grpSpPr>
          <a:xfrm>
            <a:off x="477502" y="1251268"/>
            <a:ext cx="976966" cy="369285"/>
            <a:chOff x="4853562" y="1589418"/>
            <a:chExt cx="2609520" cy="1291565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3546B24-FABC-4B2A-A80F-B03654D56A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53562" y="1589418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>
                <a:solidFill>
                  <a:schemeClr val="tx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2E1A011-CDEA-4BBC-B725-C88AF54648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0834" y="1678285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B8BC7BC-BF58-402E-9A69-AA9226DE7CAA}"/>
              </a:ext>
            </a:extLst>
          </p:cNvPr>
          <p:cNvGrpSpPr/>
          <p:nvPr/>
        </p:nvGrpSpPr>
        <p:grpSpPr>
          <a:xfrm>
            <a:off x="431212" y="1225859"/>
            <a:ext cx="336493" cy="171515"/>
            <a:chOff x="7439031" y="1585639"/>
            <a:chExt cx="2143740" cy="996849"/>
          </a:xfrm>
          <a:solidFill>
            <a:schemeClr val="accent6"/>
          </a:solidFill>
        </p:grpSpPr>
        <p:sp>
          <p:nvSpPr>
            <p:cNvPr id="11" name="Freeform: Shape 66">
              <a:extLst>
                <a:ext uri="{FF2B5EF4-FFF2-40B4-BE49-F238E27FC236}">
                  <a16:creationId xmlns:a16="http://schemas.microsoft.com/office/drawing/2014/main" id="{2A081543-B9FF-49B1-8EEF-ABDF5438EDCD}"/>
                </a:ext>
              </a:extLst>
            </p:cNvPr>
            <p:cNvSpPr/>
            <p:nvPr/>
          </p:nvSpPr>
          <p:spPr>
            <a:xfrm>
              <a:off x="7439031" y="1585639"/>
              <a:ext cx="2143740" cy="996849"/>
            </a:xfrm>
            <a:custGeom>
              <a:avLst/>
              <a:gdLst/>
              <a:ahLst/>
              <a:cxnLst/>
              <a:rect l="l" t="t" r="r" b="b"/>
              <a:pathLst>
                <a:path w="1862733" h="866179">
                  <a:moveTo>
                    <a:pt x="794147" y="204787"/>
                  </a:moveTo>
                  <a:cubicBezTo>
                    <a:pt x="745605" y="204787"/>
                    <a:pt x="701637" y="218416"/>
                    <a:pt x="662244" y="245673"/>
                  </a:cubicBezTo>
                  <a:cubicBezTo>
                    <a:pt x="622851" y="272930"/>
                    <a:pt x="594798" y="309240"/>
                    <a:pt x="578086" y="354601"/>
                  </a:cubicBezTo>
                  <a:cubicBezTo>
                    <a:pt x="568536" y="380467"/>
                    <a:pt x="563761" y="406729"/>
                    <a:pt x="563761" y="433387"/>
                  </a:cubicBezTo>
                  <a:cubicBezTo>
                    <a:pt x="563761" y="488299"/>
                    <a:pt x="582064" y="537440"/>
                    <a:pt x="618670" y="580811"/>
                  </a:cubicBezTo>
                  <a:cubicBezTo>
                    <a:pt x="664031" y="634532"/>
                    <a:pt x="722524" y="661392"/>
                    <a:pt x="794147" y="661392"/>
                  </a:cubicBezTo>
                  <a:cubicBezTo>
                    <a:pt x="865771" y="661392"/>
                    <a:pt x="924462" y="634733"/>
                    <a:pt x="970220" y="581415"/>
                  </a:cubicBezTo>
                  <a:cubicBezTo>
                    <a:pt x="1006826" y="538838"/>
                    <a:pt x="1025128" y="489496"/>
                    <a:pt x="1025128" y="433387"/>
                  </a:cubicBezTo>
                  <a:cubicBezTo>
                    <a:pt x="1025128" y="376088"/>
                    <a:pt x="1006826" y="326547"/>
                    <a:pt x="970220" y="284764"/>
                  </a:cubicBezTo>
                  <a:cubicBezTo>
                    <a:pt x="923265" y="231446"/>
                    <a:pt x="864574" y="204787"/>
                    <a:pt x="794147" y="204787"/>
                  </a:cubicBezTo>
                  <a:close/>
                  <a:moveTo>
                    <a:pt x="1304330" y="24408"/>
                  </a:moveTo>
                  <a:lnTo>
                    <a:pt x="1862733" y="24408"/>
                  </a:lnTo>
                  <a:lnTo>
                    <a:pt x="1862733" y="200620"/>
                  </a:lnTo>
                  <a:lnTo>
                    <a:pt x="1687711" y="200620"/>
                  </a:lnTo>
                  <a:lnTo>
                    <a:pt x="1687711" y="837009"/>
                  </a:lnTo>
                  <a:lnTo>
                    <a:pt x="1476375" y="837009"/>
                  </a:lnTo>
                  <a:lnTo>
                    <a:pt x="1476375" y="200620"/>
                  </a:lnTo>
                  <a:lnTo>
                    <a:pt x="1304330" y="200620"/>
                  </a:lnTo>
                  <a:close/>
                  <a:moveTo>
                    <a:pt x="0" y="24408"/>
                  </a:moveTo>
                  <a:lnTo>
                    <a:pt x="211336" y="24408"/>
                  </a:lnTo>
                  <a:lnTo>
                    <a:pt x="211336" y="837009"/>
                  </a:lnTo>
                  <a:lnTo>
                    <a:pt x="0" y="837009"/>
                  </a:lnTo>
                  <a:close/>
                  <a:moveTo>
                    <a:pt x="794147" y="0"/>
                  </a:moveTo>
                  <a:cubicBezTo>
                    <a:pt x="937022" y="0"/>
                    <a:pt x="1050330" y="47426"/>
                    <a:pt x="1134071" y="142280"/>
                  </a:cubicBezTo>
                  <a:cubicBezTo>
                    <a:pt x="1207493" y="225623"/>
                    <a:pt x="1244204" y="322659"/>
                    <a:pt x="1244204" y="433387"/>
                  </a:cubicBezTo>
                  <a:cubicBezTo>
                    <a:pt x="1244204" y="543719"/>
                    <a:pt x="1207493" y="640556"/>
                    <a:pt x="1134071" y="723900"/>
                  </a:cubicBezTo>
                  <a:cubicBezTo>
                    <a:pt x="1050330" y="818753"/>
                    <a:pt x="937022" y="866179"/>
                    <a:pt x="794147" y="866179"/>
                  </a:cubicBezTo>
                  <a:cubicBezTo>
                    <a:pt x="651669" y="866179"/>
                    <a:pt x="538560" y="818753"/>
                    <a:pt x="454819" y="723900"/>
                  </a:cubicBezTo>
                  <a:cubicBezTo>
                    <a:pt x="381397" y="640556"/>
                    <a:pt x="344686" y="543719"/>
                    <a:pt x="344686" y="433387"/>
                  </a:cubicBezTo>
                  <a:cubicBezTo>
                    <a:pt x="344686" y="382984"/>
                    <a:pt x="354608" y="331291"/>
                    <a:pt x="374452" y="278308"/>
                  </a:cubicBezTo>
                  <a:cubicBezTo>
                    <a:pt x="394296" y="225326"/>
                    <a:pt x="420886" y="179983"/>
                    <a:pt x="454224" y="142280"/>
                  </a:cubicBezTo>
                  <a:cubicBezTo>
                    <a:pt x="537964" y="47426"/>
                    <a:pt x="651272" y="0"/>
                    <a:pt x="794147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133" dirty="0"/>
            </a:p>
          </p:txBody>
        </p:sp>
        <p:sp>
          <p:nvSpPr>
            <p:cNvPr id="12" name="Freeform: Shape 67">
              <a:extLst>
                <a:ext uri="{FF2B5EF4-FFF2-40B4-BE49-F238E27FC236}">
                  <a16:creationId xmlns:a16="http://schemas.microsoft.com/office/drawing/2014/main" id="{275D1FAA-C13F-4A6B-BA37-7704CFB7ADCD}"/>
                </a:ext>
              </a:extLst>
            </p:cNvPr>
            <p:cNvSpPr/>
            <p:nvPr/>
          </p:nvSpPr>
          <p:spPr>
            <a:xfrm>
              <a:off x="8174174" y="1963600"/>
              <a:ext cx="443936" cy="326799"/>
            </a:xfrm>
            <a:custGeom>
              <a:avLst/>
              <a:gdLst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788485 w 3738080"/>
                <a:gd name="connsiteY5" fmla="*/ 1841061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624294 w 3738080"/>
                <a:gd name="connsiteY5" fmla="*/ 1992174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1858846 w 3738080"/>
                <a:gd name="connsiteY5" fmla="*/ 1306247 h 2751770"/>
                <a:gd name="connsiteX6" fmla="*/ 2645621 w 3738080"/>
                <a:gd name="connsiteY6" fmla="*/ 1504218 h 2751770"/>
                <a:gd name="connsiteX7" fmla="*/ 2795575 w 3738080"/>
                <a:gd name="connsiteY7" fmla="*/ 1757331 h 2751770"/>
                <a:gd name="connsiteX8" fmla="*/ 2539052 w 3738080"/>
                <a:gd name="connsiteY8" fmla="*/ 1841672 h 2751770"/>
                <a:gd name="connsiteX9" fmla="*/ 1353947 w 3738080"/>
                <a:gd name="connsiteY9" fmla="*/ 1778974 h 2751770"/>
                <a:gd name="connsiteX10" fmla="*/ 982333 w 3738080"/>
                <a:gd name="connsiteY10" fmla="*/ 1780833 h 2751770"/>
                <a:gd name="connsiteX11" fmla="*/ 966756 w 3738080"/>
                <a:gd name="connsiteY11" fmla="*/ 1667407 h 2751770"/>
                <a:gd name="connsiteX12" fmla="*/ 1217540 w 3738080"/>
                <a:gd name="connsiteY12" fmla="*/ 1445700 h 2751770"/>
                <a:gd name="connsiteX13" fmla="*/ 1858846 w 3738080"/>
                <a:gd name="connsiteY13" fmla="*/ 1306247 h 2751770"/>
                <a:gd name="connsiteX14" fmla="*/ 1828129 w 3738080"/>
                <a:gd name="connsiteY14" fmla="*/ 650059 h 2751770"/>
                <a:gd name="connsiteX15" fmla="*/ 3108200 w 3738080"/>
                <a:gd name="connsiteY15" fmla="*/ 1008980 h 2751770"/>
                <a:gd name="connsiteX16" fmla="*/ 3258155 w 3738080"/>
                <a:gd name="connsiteY16" fmla="*/ 1319033 h 2751770"/>
                <a:gd name="connsiteX17" fmla="*/ 2937692 w 3738080"/>
                <a:gd name="connsiteY17" fmla="*/ 1304637 h 2751770"/>
                <a:gd name="connsiteX18" fmla="*/ 763561 w 3738080"/>
                <a:gd name="connsiteY18" fmla="*/ 1325535 h 2751770"/>
                <a:gd name="connsiteX19" fmla="*/ 464412 w 3738080"/>
                <a:gd name="connsiteY19" fmla="*/ 1278813 h 2751770"/>
                <a:gd name="connsiteX20" fmla="*/ 450482 w 3738080"/>
                <a:gd name="connsiteY20" fmla="*/ 1202928 h 2751770"/>
                <a:gd name="connsiteX21" fmla="*/ 622892 w 3738080"/>
                <a:gd name="connsiteY21" fmla="*/ 1008979 h 2751770"/>
                <a:gd name="connsiteX22" fmla="*/ 1828129 w 3738080"/>
                <a:gd name="connsiteY22" fmla="*/ 650059 h 2751770"/>
                <a:gd name="connsiteX23" fmla="*/ 1764313 w 3738080"/>
                <a:gd name="connsiteY23" fmla="*/ 591 h 2751770"/>
                <a:gd name="connsiteX24" fmla="*/ 3559697 w 3738080"/>
                <a:gd name="connsiteY24" fmla="*/ 547180 h 2751770"/>
                <a:gd name="connsiteX25" fmla="*/ 3709650 w 3738080"/>
                <a:gd name="connsiteY25" fmla="*/ 882310 h 2751770"/>
                <a:gd name="connsiteX26" fmla="*/ 3367875 w 3738080"/>
                <a:gd name="connsiteY26" fmla="*/ 834477 h 2751770"/>
                <a:gd name="connsiteX27" fmla="*/ 318417 w 3738080"/>
                <a:gd name="connsiteY27" fmla="*/ 884635 h 2751770"/>
                <a:gd name="connsiteX28" fmla="*/ 19267 w 3738080"/>
                <a:gd name="connsiteY28" fmla="*/ 846272 h 2751770"/>
                <a:gd name="connsiteX29" fmla="*/ 275 w 3738080"/>
                <a:gd name="connsiteY29" fmla="*/ 760137 h 2751770"/>
                <a:gd name="connsiteX30" fmla="*/ 173484 w 3738080"/>
                <a:gd name="connsiteY30" fmla="*/ 547180 h 2751770"/>
                <a:gd name="connsiteX31" fmla="*/ 1764313 w 3738080"/>
                <a:gd name="connsiteY31" fmla="*/ 591 h 275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738080" h="2751770">
                  <a:moveTo>
                    <a:pt x="1869041" y="1997576"/>
                  </a:moveTo>
                  <a:cubicBezTo>
                    <a:pt x="2077306" y="1997576"/>
                    <a:pt x="2246138" y="2166408"/>
                    <a:pt x="2246138" y="2374673"/>
                  </a:cubicBezTo>
                  <a:cubicBezTo>
                    <a:pt x="2246138" y="2582938"/>
                    <a:pt x="2077306" y="2751770"/>
                    <a:pt x="1869041" y="2751770"/>
                  </a:cubicBezTo>
                  <a:cubicBezTo>
                    <a:pt x="1660776" y="2751770"/>
                    <a:pt x="1491944" y="2582938"/>
                    <a:pt x="1491944" y="2374673"/>
                  </a:cubicBezTo>
                  <a:cubicBezTo>
                    <a:pt x="1491944" y="2166408"/>
                    <a:pt x="1660776" y="1997576"/>
                    <a:pt x="1869041" y="1997576"/>
                  </a:cubicBezTo>
                  <a:close/>
                  <a:moveTo>
                    <a:pt x="1858846" y="1306247"/>
                  </a:moveTo>
                  <a:cubicBezTo>
                    <a:pt x="2165924" y="1301758"/>
                    <a:pt x="2404940" y="1399722"/>
                    <a:pt x="2645621" y="1504218"/>
                  </a:cubicBezTo>
                  <a:cubicBezTo>
                    <a:pt x="2813424" y="1597955"/>
                    <a:pt x="2823993" y="1678797"/>
                    <a:pt x="2795575" y="1757331"/>
                  </a:cubicBezTo>
                  <a:cubicBezTo>
                    <a:pt x="2761471" y="1842158"/>
                    <a:pt x="2685239" y="1908552"/>
                    <a:pt x="2539052" y="1841672"/>
                  </a:cubicBezTo>
                  <a:cubicBezTo>
                    <a:pt x="2347207" y="1684231"/>
                    <a:pt x="1733351" y="1556050"/>
                    <a:pt x="1353947" y="1778974"/>
                  </a:cubicBezTo>
                  <a:cubicBezTo>
                    <a:pt x="1250080" y="1855218"/>
                    <a:pt x="1037749" y="1915097"/>
                    <a:pt x="982333" y="1780833"/>
                  </a:cubicBezTo>
                  <a:cubicBezTo>
                    <a:pt x="968480" y="1736637"/>
                    <a:pt x="963386" y="1699601"/>
                    <a:pt x="966756" y="1667407"/>
                  </a:cubicBezTo>
                  <a:cubicBezTo>
                    <a:pt x="976866" y="1570822"/>
                    <a:pt x="1063141" y="1517802"/>
                    <a:pt x="1217540" y="1445700"/>
                  </a:cubicBezTo>
                  <a:cubicBezTo>
                    <a:pt x="1465851" y="1348519"/>
                    <a:pt x="1674601" y="1308942"/>
                    <a:pt x="1858846" y="1306247"/>
                  </a:cubicBezTo>
                  <a:close/>
                  <a:moveTo>
                    <a:pt x="1828129" y="650059"/>
                  </a:moveTo>
                  <a:cubicBezTo>
                    <a:pt x="2445754" y="646836"/>
                    <a:pt x="2937662" y="894034"/>
                    <a:pt x="3108200" y="1008980"/>
                  </a:cubicBezTo>
                  <a:cubicBezTo>
                    <a:pt x="3228810" y="1075858"/>
                    <a:pt x="3343409" y="1171509"/>
                    <a:pt x="3258155" y="1319033"/>
                  </a:cubicBezTo>
                  <a:cubicBezTo>
                    <a:pt x="3134282" y="1435449"/>
                    <a:pt x="3057301" y="1393031"/>
                    <a:pt x="2937692" y="1304637"/>
                  </a:cubicBezTo>
                  <a:cubicBezTo>
                    <a:pt x="2647778" y="1191783"/>
                    <a:pt x="2008321" y="619142"/>
                    <a:pt x="763561" y="1325535"/>
                  </a:cubicBezTo>
                  <a:cubicBezTo>
                    <a:pt x="621636" y="1425852"/>
                    <a:pt x="511304" y="1376178"/>
                    <a:pt x="464412" y="1278813"/>
                  </a:cubicBezTo>
                  <a:cubicBezTo>
                    <a:pt x="452398" y="1252494"/>
                    <a:pt x="448110" y="1227223"/>
                    <a:pt x="450482" y="1202928"/>
                  </a:cubicBezTo>
                  <a:cubicBezTo>
                    <a:pt x="457599" y="1130049"/>
                    <a:pt x="524660" y="1065987"/>
                    <a:pt x="622892" y="1008979"/>
                  </a:cubicBezTo>
                  <a:cubicBezTo>
                    <a:pt x="1041721" y="744082"/>
                    <a:pt x="1457554" y="651995"/>
                    <a:pt x="1828129" y="650059"/>
                  </a:cubicBezTo>
                  <a:close/>
                  <a:moveTo>
                    <a:pt x="1764313" y="591"/>
                  </a:moveTo>
                  <a:cubicBezTo>
                    <a:pt x="2430887" y="-13278"/>
                    <a:pt x="3056659" y="218017"/>
                    <a:pt x="3559697" y="547180"/>
                  </a:cubicBezTo>
                  <a:cubicBezTo>
                    <a:pt x="3671781" y="597338"/>
                    <a:pt x="3794905" y="759863"/>
                    <a:pt x="3709650" y="882310"/>
                  </a:cubicBezTo>
                  <a:cubicBezTo>
                    <a:pt x="3594303" y="984791"/>
                    <a:pt x="3449118" y="907547"/>
                    <a:pt x="3367875" y="834477"/>
                  </a:cubicBezTo>
                  <a:cubicBezTo>
                    <a:pt x="3193985" y="725799"/>
                    <a:pt x="1920315" y="-235561"/>
                    <a:pt x="318417" y="884635"/>
                  </a:cubicBezTo>
                  <a:cubicBezTo>
                    <a:pt x="189280" y="993311"/>
                    <a:pt x="70419" y="922739"/>
                    <a:pt x="19267" y="846272"/>
                  </a:cubicBezTo>
                  <a:cubicBezTo>
                    <a:pt x="4410" y="817516"/>
                    <a:pt x="-1388" y="788500"/>
                    <a:pt x="275" y="760137"/>
                  </a:cubicBezTo>
                  <a:cubicBezTo>
                    <a:pt x="5260" y="675044"/>
                    <a:pt x="77384" y="595829"/>
                    <a:pt x="173484" y="547180"/>
                  </a:cubicBezTo>
                  <a:cubicBezTo>
                    <a:pt x="702741" y="170471"/>
                    <a:pt x="1245868" y="11376"/>
                    <a:pt x="1764313" y="59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33"/>
            </a:p>
          </p:txBody>
        </p:sp>
      </p:grpSp>
      <p:sp>
        <p:nvSpPr>
          <p:cNvPr id="10" name="Subtitle 2">
            <a:extLst>
              <a:ext uri="{FF2B5EF4-FFF2-40B4-BE49-F238E27FC236}">
                <a16:creationId xmlns:a16="http://schemas.microsoft.com/office/drawing/2014/main" id="{53858C97-DA2F-8866-47CC-CDF4077BBF9D}"/>
              </a:ext>
            </a:extLst>
          </p:cNvPr>
          <p:cNvSpPr txBox="1">
            <a:spLocks/>
          </p:cNvSpPr>
          <p:nvPr/>
        </p:nvSpPr>
        <p:spPr>
          <a:xfrm>
            <a:off x="469976" y="1256395"/>
            <a:ext cx="365801" cy="125217"/>
          </a:xfrm>
          <a:prstGeom prst="rect">
            <a:avLst/>
          </a:prstGeom>
        </p:spPr>
        <p:txBody>
          <a:bodyPr vert="horz" lIns="81280" tIns="40640" rIns="81280" bIns="4064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2" dirty="0">
                <a:solidFill>
                  <a:srgbClr val="7030A0"/>
                </a:solidFill>
              </a:rPr>
              <a:t>PDS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9692" y="1368919"/>
            <a:ext cx="195549" cy="27874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964" y="1347118"/>
            <a:ext cx="268890" cy="2554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583" y="1380076"/>
            <a:ext cx="262872" cy="253181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27228BAE-048B-681E-DD8D-BD96B22560E0}"/>
              </a:ext>
            </a:extLst>
          </p:cNvPr>
          <p:cNvSpPr txBox="1">
            <a:spLocks/>
          </p:cNvSpPr>
          <p:nvPr/>
        </p:nvSpPr>
        <p:spPr>
          <a:xfrm>
            <a:off x="258279" y="1456524"/>
            <a:ext cx="1837447" cy="261117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1867" dirty="0">
                <a:solidFill>
                  <a:schemeClr val="accent1">
                    <a:lumMod val="75000"/>
                  </a:schemeClr>
                </a:solidFill>
              </a:rPr>
              <a:t>Computer </a:t>
            </a:r>
            <a:r>
              <a:rPr lang="en-US" sz="1867" dirty="0">
                <a:solidFill>
                  <a:srgbClr val="00B0F0"/>
                </a:solidFill>
              </a:rPr>
              <a:t>Vision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-849474" y="3326448"/>
            <a:ext cx="3825765" cy="451201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33" b="1" dirty="0">
                <a:solidFill>
                  <a:schemeClr val="bg1">
                    <a:lumMod val="75000"/>
                  </a:schemeClr>
                </a:solidFill>
              </a:rPr>
              <a:t>@ P. </a:t>
            </a:r>
            <a:r>
              <a:rPr lang="en-US" sz="2133" b="1" dirty="0" err="1">
                <a:solidFill>
                  <a:schemeClr val="bg1">
                    <a:lumMod val="75000"/>
                  </a:schemeClr>
                </a:solidFill>
              </a:rPr>
              <a:t>Siagian</a:t>
            </a:r>
            <a:endParaRPr lang="en-US" sz="2133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2331567" y="2132736"/>
            <a:ext cx="9347200" cy="771712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b="1" dirty="0" smtClean="0"/>
          </a:p>
        </p:txBody>
      </p:sp>
      <p:sp>
        <p:nvSpPr>
          <p:cNvPr id="3" name="Rectangle 2"/>
          <p:cNvSpPr/>
          <p:nvPr/>
        </p:nvSpPr>
        <p:spPr>
          <a:xfrm>
            <a:off x="2427506" y="2046951"/>
            <a:ext cx="87810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 smtClean="0">
                <a:solidFill>
                  <a:srgbClr val="002060"/>
                </a:solidFill>
              </a:rPr>
              <a:t>Desain</a:t>
            </a:r>
            <a:r>
              <a:rPr lang="en-US" sz="3600" b="1" dirty="0" smtClean="0">
                <a:solidFill>
                  <a:srgbClr val="002060"/>
                </a:solidFill>
              </a:rPr>
              <a:t> PCB with Proteus</a:t>
            </a:r>
            <a:endParaRPr lang="en-US" sz="10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85399" y="6425847"/>
            <a:ext cx="338887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github.com/amelcharolinesgn2/ANJAR</a:t>
            </a:r>
          </a:p>
        </p:txBody>
      </p:sp>
    </p:spTree>
    <p:extLst>
      <p:ext uri="{BB962C8B-B14F-4D97-AF65-F5344CB8AC3E}">
        <p14:creationId xmlns:p14="http://schemas.microsoft.com/office/powerpoint/2010/main" val="301683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736" y="148149"/>
            <a:ext cx="10515600" cy="1325563"/>
          </a:xfrm>
        </p:spPr>
        <p:txBody>
          <a:bodyPr/>
          <a:lstStyle/>
          <a:p>
            <a:r>
              <a:rPr lang="en-US" dirty="0" smtClean="0"/>
              <a:t>Project Board</a:t>
            </a:r>
            <a:endParaRPr lang="en-US" dirty="0"/>
          </a:p>
        </p:txBody>
      </p:sp>
      <p:pic>
        <p:nvPicPr>
          <p:cNvPr id="2050" name="Picture 2" descr="Jual Project board GL-12 / Projek board / Electronic circuit 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529781">
            <a:off x="-806652" y="1687911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953" y="1027905"/>
            <a:ext cx="6542383" cy="517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38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Desain</a:t>
            </a:r>
            <a:r>
              <a:rPr lang="en-US" dirty="0" smtClean="0"/>
              <a:t> PCBA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Larutan</a:t>
            </a:r>
            <a:r>
              <a:rPr lang="en-US" dirty="0"/>
              <a:t> </a:t>
            </a:r>
            <a:r>
              <a:rPr lang="en-US" dirty="0" err="1"/>
              <a:t>Klorida</a:t>
            </a:r>
            <a:r>
              <a:rPr lang="en-US" dirty="0"/>
              <a:t>, </a:t>
            </a:r>
            <a:r>
              <a:rPr lang="en-US" dirty="0" err="1"/>
              <a:t>terutama</a:t>
            </a:r>
            <a:r>
              <a:rPr lang="en-US" dirty="0"/>
              <a:t> </a:t>
            </a:r>
            <a:r>
              <a:rPr lang="en-US" dirty="0" err="1"/>
              <a:t>Besi</a:t>
            </a:r>
            <a:r>
              <a:rPr lang="en-US" dirty="0"/>
              <a:t>(III) </a:t>
            </a:r>
            <a:r>
              <a:rPr lang="en-US" dirty="0" err="1"/>
              <a:t>Klorida</a:t>
            </a:r>
            <a:r>
              <a:rPr lang="en-US" dirty="0"/>
              <a:t> (</a:t>
            </a:r>
          </a:p>
          <a:p>
            <a:r>
              <a:rPr lang="en-US" dirty="0"/>
              <a:t>),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bahan</a:t>
            </a:r>
            <a:r>
              <a:rPr lang="en-US" dirty="0"/>
              <a:t> </a:t>
            </a:r>
            <a:r>
              <a:rPr lang="en-US" dirty="0" err="1"/>
              <a:t>etsa</a:t>
            </a:r>
            <a:r>
              <a:rPr lang="en-US" dirty="0"/>
              <a:t> (</a:t>
            </a:r>
            <a:r>
              <a:rPr lang="en-US" dirty="0" err="1"/>
              <a:t>pelarut</a:t>
            </a:r>
            <a:r>
              <a:rPr lang="en-US" dirty="0"/>
              <a:t> </a:t>
            </a:r>
            <a:r>
              <a:rPr lang="en-US" dirty="0" err="1"/>
              <a:t>tembaga</a:t>
            </a:r>
            <a:r>
              <a:rPr lang="en-US" dirty="0"/>
              <a:t>) yang paling </a:t>
            </a:r>
            <a:r>
              <a:rPr lang="en-US" dirty="0" err="1"/>
              <a:t>umum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jalur</a:t>
            </a:r>
            <a:r>
              <a:rPr lang="en-US" dirty="0"/>
              <a:t> PCB DIY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industri</a:t>
            </a:r>
            <a:r>
              <a:rPr lang="en-US" dirty="0"/>
              <a:t>. </a:t>
            </a:r>
            <a:r>
              <a:rPr lang="en-US" dirty="0" err="1"/>
              <a:t>Cairan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bekerja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mengikis</a:t>
            </a:r>
            <a:r>
              <a:rPr lang="en-US" dirty="0"/>
              <a:t> </a:t>
            </a:r>
            <a:r>
              <a:rPr lang="en-US" dirty="0" err="1"/>
              <a:t>lapisan</a:t>
            </a:r>
            <a:r>
              <a:rPr lang="en-US" dirty="0"/>
              <a:t> </a:t>
            </a:r>
            <a:r>
              <a:rPr lang="en-US" dirty="0" err="1"/>
              <a:t>tembaga</a:t>
            </a:r>
            <a:r>
              <a:rPr lang="en-US" dirty="0"/>
              <a:t>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diinginkan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papan</a:t>
            </a:r>
            <a:r>
              <a:rPr lang="en-US" dirty="0"/>
              <a:t> </a:t>
            </a:r>
            <a:r>
              <a:rPr lang="en-US" dirty="0" err="1"/>
              <a:t>sirkuit</a:t>
            </a:r>
            <a:r>
              <a:rPr lang="en-US" dirty="0"/>
              <a:t>,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pola</a:t>
            </a:r>
            <a:r>
              <a:rPr lang="en-US" dirty="0"/>
              <a:t> </a:t>
            </a:r>
            <a:r>
              <a:rPr lang="en-US" dirty="0" err="1"/>
              <a:t>sirkuit</a:t>
            </a:r>
            <a:r>
              <a:rPr lang="en-US" dirty="0"/>
              <a:t> yang </a:t>
            </a:r>
            <a:r>
              <a:rPr lang="en-US" dirty="0" err="1"/>
              <a:t>presisi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572" y="4062964"/>
            <a:ext cx="3381859" cy="22489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501" y="90488"/>
            <a:ext cx="1714500" cy="1600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923" y="90488"/>
            <a:ext cx="1714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6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84334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14" y="4421105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869" y="2279608"/>
            <a:ext cx="2943225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0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EEG</a:t>
            </a:r>
            <a:endParaRPr lang="en-US" dirty="0"/>
          </a:p>
        </p:txBody>
      </p:sp>
      <p:pic>
        <p:nvPicPr>
          <p:cNvPr id="3074" name="Picture 2" descr="Help] - EEG Arduino Circuit - General Guidance - Arduino Foru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323" y="2935462"/>
            <a:ext cx="6572250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323" y="0"/>
            <a:ext cx="6572250" cy="29498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1870" y="5164548"/>
            <a:ext cx="803167" cy="127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370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Circuit</a:t>
            </a:r>
            <a:endParaRPr lang="en-US" dirty="0"/>
          </a:p>
        </p:txBody>
      </p:sp>
      <p:pic>
        <p:nvPicPr>
          <p:cNvPr id="1026" name="Picture 2" descr="3d view of PCB layout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8466" y="1490036"/>
            <a:ext cx="2857500" cy="126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373" y="1805794"/>
            <a:ext cx="3810000" cy="44862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1" y="1805794"/>
            <a:ext cx="3696910" cy="17194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1" y="3640393"/>
            <a:ext cx="3696910" cy="17194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2" y="5359887"/>
            <a:ext cx="3696910" cy="149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66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4374574" y="2628900"/>
            <a:ext cx="2701636" cy="727363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 algn="just">
              <a:spcBef>
                <a:spcPts val="422"/>
              </a:spcBef>
              <a:buNone/>
            </a:pPr>
            <a:r>
              <a:rPr lang="en-US" altLang="en-US" sz="2250" b="1" dirty="0" smtClean="0"/>
              <a:t>THX</a:t>
            </a:r>
            <a:endParaRPr lang="en-US" altLang="en-US" sz="2250" dirty="0"/>
          </a:p>
        </p:txBody>
      </p:sp>
    </p:spTree>
    <p:extLst>
      <p:ext uri="{BB962C8B-B14F-4D97-AF65-F5344CB8AC3E}">
        <p14:creationId xmlns:p14="http://schemas.microsoft.com/office/powerpoint/2010/main" val="117084759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9595</TotalTime>
  <Words>84</Words>
  <Application>Microsoft Office PowerPoint</Application>
  <PresentationFormat>Widescreen</PresentationFormat>
  <Paragraphs>17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Calibri</vt:lpstr>
      <vt:lpstr>Calibri Light</vt:lpstr>
      <vt:lpstr>Office Theme</vt:lpstr>
      <vt:lpstr>PowerPoint Presentation</vt:lpstr>
      <vt:lpstr>Project Board</vt:lpstr>
      <vt:lpstr>Desain PCBA</vt:lpstr>
      <vt:lpstr>PowerPoint Presentation</vt:lpstr>
      <vt:lpstr>EEG</vt:lpstr>
      <vt:lpstr>Circuit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pds</dc:creator>
  <cp:lastModifiedBy>Gde</cp:lastModifiedBy>
  <cp:revision>85</cp:revision>
  <dcterms:created xsi:type="dcterms:W3CDTF">2022-08-25T13:17:53Z</dcterms:created>
  <dcterms:modified xsi:type="dcterms:W3CDTF">2026-05-13T08:01:08Z</dcterms:modified>
</cp:coreProperties>
</file>