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64" r:id="rId2"/>
    <p:sldId id="279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278" r:id="rId22"/>
    <p:sldId id="290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926" autoAdjust="0"/>
  </p:normalViewPr>
  <p:slideViewPr>
    <p:cSldViewPr snapToGrid="0">
      <p:cViewPr varScale="1">
        <p:scale>
          <a:sx n="59" d="100"/>
          <a:sy n="59" d="100"/>
        </p:scale>
        <p:origin x="10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2600" b="1" dirty="0" smtClean="0"/>
            <a:t>11_11. </a:t>
          </a:r>
          <a:r>
            <a:rPr lang="en-US" sz="4000" dirty="0" smtClean="0"/>
            <a:t>Regulator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 custT="1"/>
      <dgm:spPr/>
      <dgm:t>
        <a:bodyPr/>
        <a:lstStyle/>
        <a:p>
          <a:pPr algn="l" rtl="0"/>
          <a:r>
            <a:rPr lang="en-US" sz="4000" dirty="0" smtClean="0"/>
            <a:t>Regulator</a:t>
          </a:r>
          <a:endParaRPr lang="en-US" sz="4000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B396A6-1F7C-4929-81F3-BA5B188A3149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D8640B-DB02-4E3B-B612-C0EE2AFABA21}">
      <dgm:prSet phldrT="[Text]"/>
      <dgm:spPr/>
      <dgm:t>
        <a:bodyPr/>
        <a:lstStyle/>
        <a:p>
          <a:r>
            <a:rPr lang="en-US" dirty="0" smtClean="0"/>
            <a:t>Voltage Regulator</a:t>
          </a:r>
          <a:endParaRPr lang="en-US" dirty="0"/>
        </a:p>
      </dgm:t>
    </dgm:pt>
    <dgm:pt modelId="{76584174-9083-46E7-BA2C-997F7D8F2422}" type="parTrans" cxnId="{23501A34-2DA4-4771-904F-57CC64D119C7}">
      <dgm:prSet/>
      <dgm:spPr/>
      <dgm:t>
        <a:bodyPr/>
        <a:lstStyle/>
        <a:p>
          <a:endParaRPr lang="en-US"/>
        </a:p>
      </dgm:t>
    </dgm:pt>
    <dgm:pt modelId="{DE41DF19-91C9-4485-804E-37B065AF7EC2}" type="sibTrans" cxnId="{23501A34-2DA4-4771-904F-57CC64D119C7}">
      <dgm:prSet/>
      <dgm:spPr/>
      <dgm:t>
        <a:bodyPr/>
        <a:lstStyle/>
        <a:p>
          <a:endParaRPr lang="en-US"/>
        </a:p>
      </dgm:t>
    </dgm:pt>
    <dgm:pt modelId="{0A4ED2AD-E21E-4AF9-94E9-2DBF744A373B}">
      <dgm:prSet phldrT="[Text]"/>
      <dgm:spPr/>
      <dgm:t>
        <a:bodyPr/>
        <a:lstStyle/>
        <a:p>
          <a:r>
            <a:rPr lang="en-US" dirty="0" smtClean="0"/>
            <a:t>Linier Regulator</a:t>
          </a:r>
          <a:endParaRPr lang="en-US" dirty="0"/>
        </a:p>
      </dgm:t>
    </dgm:pt>
    <dgm:pt modelId="{732B9A98-2CBA-49B4-B804-90B30467C2E5}" type="parTrans" cxnId="{815D143A-F9C8-469A-B447-4086BC91F4EF}">
      <dgm:prSet/>
      <dgm:spPr/>
      <dgm:t>
        <a:bodyPr/>
        <a:lstStyle/>
        <a:p>
          <a:endParaRPr lang="en-US"/>
        </a:p>
      </dgm:t>
    </dgm:pt>
    <dgm:pt modelId="{73248A1C-058F-4411-A9DD-82E2964CA8D6}" type="sibTrans" cxnId="{815D143A-F9C8-469A-B447-4086BC91F4EF}">
      <dgm:prSet/>
      <dgm:spPr/>
      <dgm:t>
        <a:bodyPr/>
        <a:lstStyle/>
        <a:p>
          <a:endParaRPr lang="en-US"/>
        </a:p>
      </dgm:t>
    </dgm:pt>
    <dgm:pt modelId="{21A9AA57-E8B3-482B-B641-C6A94FE0384E}">
      <dgm:prSet phldrT="[Text]"/>
      <dgm:spPr/>
      <dgm:t>
        <a:bodyPr/>
        <a:lstStyle/>
        <a:p>
          <a:r>
            <a:rPr lang="en-US" dirty="0" smtClean="0"/>
            <a:t>Switching Regulator</a:t>
          </a:r>
          <a:endParaRPr lang="en-US" dirty="0"/>
        </a:p>
      </dgm:t>
    </dgm:pt>
    <dgm:pt modelId="{BC170CA8-A0DD-4442-B4A7-71D90E24D2E6}" type="parTrans" cxnId="{0F755944-6E34-434B-919E-9048C0FB14AC}">
      <dgm:prSet/>
      <dgm:spPr/>
      <dgm:t>
        <a:bodyPr/>
        <a:lstStyle/>
        <a:p>
          <a:endParaRPr lang="en-US"/>
        </a:p>
      </dgm:t>
    </dgm:pt>
    <dgm:pt modelId="{6FAC395B-DE66-4E8F-8F67-76E91FAFCDA2}" type="sibTrans" cxnId="{0F755944-6E34-434B-919E-9048C0FB14AC}">
      <dgm:prSet/>
      <dgm:spPr/>
      <dgm:t>
        <a:bodyPr/>
        <a:lstStyle/>
        <a:p>
          <a:endParaRPr lang="en-US"/>
        </a:p>
      </dgm:t>
    </dgm:pt>
    <dgm:pt modelId="{0080DC01-105A-42C7-8A24-4DD7FE554579}">
      <dgm:prSet/>
      <dgm:spPr/>
      <dgm:t>
        <a:bodyPr/>
        <a:lstStyle/>
        <a:p>
          <a:r>
            <a:rPr lang="en-US" dirty="0" smtClean="0"/>
            <a:t>Seri</a:t>
          </a:r>
          <a:endParaRPr lang="en-US" dirty="0"/>
        </a:p>
      </dgm:t>
    </dgm:pt>
    <dgm:pt modelId="{BCBD2960-6041-48F9-98FD-A6B7E69BA42B}" type="parTrans" cxnId="{351FA864-DB9C-4E03-9B71-2C014CC31BAB}">
      <dgm:prSet/>
      <dgm:spPr/>
      <dgm:t>
        <a:bodyPr/>
        <a:lstStyle/>
        <a:p>
          <a:endParaRPr lang="en-US"/>
        </a:p>
      </dgm:t>
    </dgm:pt>
    <dgm:pt modelId="{39491C11-0E8D-403B-90CD-9D7D3E9AABBE}" type="sibTrans" cxnId="{351FA864-DB9C-4E03-9B71-2C014CC31BAB}">
      <dgm:prSet/>
      <dgm:spPr/>
      <dgm:t>
        <a:bodyPr/>
        <a:lstStyle/>
        <a:p>
          <a:endParaRPr lang="en-US"/>
        </a:p>
      </dgm:t>
    </dgm:pt>
    <dgm:pt modelId="{38CE567C-8C63-47A3-A341-6FDB18E5AAEA}">
      <dgm:prSet/>
      <dgm:spPr/>
      <dgm:t>
        <a:bodyPr/>
        <a:lstStyle/>
        <a:p>
          <a:r>
            <a:rPr lang="en-US" dirty="0" err="1" smtClean="0"/>
            <a:t>Paralel</a:t>
          </a:r>
          <a:endParaRPr lang="en-US" dirty="0"/>
        </a:p>
      </dgm:t>
    </dgm:pt>
    <dgm:pt modelId="{72AD54F5-D0AC-4F66-BCAB-98B9D1EA7C30}" type="parTrans" cxnId="{F12A2130-2230-40FE-BC05-A88FDCFBF6C2}">
      <dgm:prSet/>
      <dgm:spPr/>
      <dgm:t>
        <a:bodyPr/>
        <a:lstStyle/>
        <a:p>
          <a:endParaRPr lang="en-US"/>
        </a:p>
      </dgm:t>
    </dgm:pt>
    <dgm:pt modelId="{A2CCEC38-CFA5-4073-9EE2-CEF624735E90}" type="sibTrans" cxnId="{F12A2130-2230-40FE-BC05-A88FDCFBF6C2}">
      <dgm:prSet/>
      <dgm:spPr/>
      <dgm:t>
        <a:bodyPr/>
        <a:lstStyle/>
        <a:p>
          <a:endParaRPr lang="en-US"/>
        </a:p>
      </dgm:t>
    </dgm:pt>
    <dgm:pt modelId="{7DE08D5D-8259-4B7D-8261-0C3C3755AAE5}">
      <dgm:prSet/>
      <dgm:spPr/>
      <dgm:t>
        <a:bodyPr/>
        <a:lstStyle/>
        <a:p>
          <a:r>
            <a:rPr lang="en-US" dirty="0" smtClean="0"/>
            <a:t>Step Up</a:t>
          </a:r>
          <a:endParaRPr lang="en-US" dirty="0"/>
        </a:p>
      </dgm:t>
    </dgm:pt>
    <dgm:pt modelId="{DFFBC251-A36E-4DBF-B7EE-DE33C6FBB5DD}" type="parTrans" cxnId="{280B35AF-F27B-49E3-B8A0-5ED3E22F8A15}">
      <dgm:prSet/>
      <dgm:spPr/>
      <dgm:t>
        <a:bodyPr/>
        <a:lstStyle/>
        <a:p>
          <a:endParaRPr lang="en-US"/>
        </a:p>
      </dgm:t>
    </dgm:pt>
    <dgm:pt modelId="{9C3F2413-39B3-42CF-9D10-FB0BF43D2762}" type="sibTrans" cxnId="{280B35AF-F27B-49E3-B8A0-5ED3E22F8A15}">
      <dgm:prSet/>
      <dgm:spPr/>
      <dgm:t>
        <a:bodyPr/>
        <a:lstStyle/>
        <a:p>
          <a:endParaRPr lang="en-US"/>
        </a:p>
      </dgm:t>
    </dgm:pt>
    <dgm:pt modelId="{2D22D834-CBF4-4CDC-ADEF-52BE78A5366F}">
      <dgm:prSet/>
      <dgm:spPr/>
      <dgm:t>
        <a:bodyPr/>
        <a:lstStyle/>
        <a:p>
          <a:r>
            <a:rPr lang="en-US" dirty="0" smtClean="0"/>
            <a:t>Step Down</a:t>
          </a:r>
          <a:endParaRPr lang="en-US" dirty="0"/>
        </a:p>
      </dgm:t>
    </dgm:pt>
    <dgm:pt modelId="{D5748E37-F5C0-4B35-AD62-D84A08579CDC}" type="parTrans" cxnId="{6A4EC39D-A4C5-41F1-B814-16B75D6A125C}">
      <dgm:prSet/>
      <dgm:spPr/>
      <dgm:t>
        <a:bodyPr/>
        <a:lstStyle/>
        <a:p>
          <a:endParaRPr lang="en-US"/>
        </a:p>
      </dgm:t>
    </dgm:pt>
    <dgm:pt modelId="{2DD47AF4-4979-4D5C-98AB-B88DCE4FC722}" type="sibTrans" cxnId="{6A4EC39D-A4C5-41F1-B814-16B75D6A125C}">
      <dgm:prSet/>
      <dgm:spPr/>
      <dgm:t>
        <a:bodyPr/>
        <a:lstStyle/>
        <a:p>
          <a:endParaRPr lang="en-US"/>
        </a:p>
      </dgm:t>
    </dgm:pt>
    <dgm:pt modelId="{55889194-806B-4F5A-A2B5-688C300C7346}">
      <dgm:prSet/>
      <dgm:spPr/>
      <dgm:t>
        <a:bodyPr/>
        <a:lstStyle/>
        <a:p>
          <a:r>
            <a:rPr lang="en-US" dirty="0" smtClean="0"/>
            <a:t>Inverting</a:t>
          </a:r>
          <a:endParaRPr lang="en-US" dirty="0"/>
        </a:p>
      </dgm:t>
    </dgm:pt>
    <dgm:pt modelId="{70D282EB-FF7A-476A-A552-ACACCC3BA0E2}" type="parTrans" cxnId="{FD13E5E0-9654-49B6-8290-D92F68606DE0}">
      <dgm:prSet/>
      <dgm:spPr/>
      <dgm:t>
        <a:bodyPr/>
        <a:lstStyle/>
        <a:p>
          <a:endParaRPr lang="en-US"/>
        </a:p>
      </dgm:t>
    </dgm:pt>
    <dgm:pt modelId="{32DE7E71-9465-4EDE-9C48-7B2221C9A481}" type="sibTrans" cxnId="{FD13E5E0-9654-49B6-8290-D92F68606DE0}">
      <dgm:prSet/>
      <dgm:spPr/>
      <dgm:t>
        <a:bodyPr/>
        <a:lstStyle/>
        <a:p>
          <a:endParaRPr lang="en-US"/>
        </a:p>
      </dgm:t>
    </dgm:pt>
    <dgm:pt modelId="{73A6EC89-E328-4CDD-8AD7-8A1ECBA1B34C}" type="pres">
      <dgm:prSet presAssocID="{86B396A6-1F7C-4929-81F3-BA5B188A314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12A59889-326C-48E4-82B2-1538CA2956AE}" type="pres">
      <dgm:prSet presAssocID="{2CD8640B-DB02-4E3B-B612-C0EE2AFABA21}" presName="hierRoot1" presStyleCnt="0">
        <dgm:presLayoutVars>
          <dgm:hierBranch val="init"/>
        </dgm:presLayoutVars>
      </dgm:prSet>
      <dgm:spPr/>
    </dgm:pt>
    <dgm:pt modelId="{E9DFA52A-06D2-435D-92B7-F4AE4EBDB9D2}" type="pres">
      <dgm:prSet presAssocID="{2CD8640B-DB02-4E3B-B612-C0EE2AFABA21}" presName="rootComposite1" presStyleCnt="0"/>
      <dgm:spPr/>
    </dgm:pt>
    <dgm:pt modelId="{01F71C2A-B896-48B0-AD9C-76478459FD76}" type="pres">
      <dgm:prSet presAssocID="{2CD8640B-DB02-4E3B-B612-C0EE2AFABA21}" presName="rootText1" presStyleLbl="node0" presStyleIdx="0" presStyleCnt="1" custScaleX="18674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E5EFC981-86F3-4C1B-A662-FE9EA2431A75}" type="pres">
      <dgm:prSet presAssocID="{2CD8640B-DB02-4E3B-B612-C0EE2AFABA21}" presName="rootConnector1" presStyleLbl="node1" presStyleIdx="0" presStyleCnt="0"/>
      <dgm:spPr/>
      <dgm:t>
        <a:bodyPr/>
        <a:lstStyle/>
        <a:p>
          <a:endParaRPr lang="en-US"/>
        </a:p>
      </dgm:t>
    </dgm:pt>
    <dgm:pt modelId="{ADF15D20-73EE-4906-9C04-F9564DF1BE2F}" type="pres">
      <dgm:prSet presAssocID="{2CD8640B-DB02-4E3B-B612-C0EE2AFABA21}" presName="hierChild2" presStyleCnt="0"/>
      <dgm:spPr/>
    </dgm:pt>
    <dgm:pt modelId="{59023C37-9FF4-43F5-AB56-BF4097FF7A3C}" type="pres">
      <dgm:prSet presAssocID="{732B9A98-2CBA-49B4-B804-90B30467C2E5}" presName="Name37" presStyleLbl="parChTrans1D2" presStyleIdx="0" presStyleCnt="2"/>
      <dgm:spPr/>
      <dgm:t>
        <a:bodyPr/>
        <a:lstStyle/>
        <a:p>
          <a:endParaRPr lang="en-US"/>
        </a:p>
      </dgm:t>
    </dgm:pt>
    <dgm:pt modelId="{EC5F283F-BC09-4606-A6B8-B7505489EFE7}" type="pres">
      <dgm:prSet presAssocID="{0A4ED2AD-E21E-4AF9-94E9-2DBF744A373B}" presName="hierRoot2" presStyleCnt="0">
        <dgm:presLayoutVars>
          <dgm:hierBranch val="init"/>
        </dgm:presLayoutVars>
      </dgm:prSet>
      <dgm:spPr/>
    </dgm:pt>
    <dgm:pt modelId="{6F190146-C209-427A-8873-976BD55D03F9}" type="pres">
      <dgm:prSet presAssocID="{0A4ED2AD-E21E-4AF9-94E9-2DBF744A373B}" presName="rootComposite" presStyleCnt="0"/>
      <dgm:spPr/>
    </dgm:pt>
    <dgm:pt modelId="{A38447EF-7F1B-4BFE-8777-AB3162E55BEF}" type="pres">
      <dgm:prSet presAssocID="{0A4ED2AD-E21E-4AF9-94E9-2DBF744A373B}" presName="rootText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7824BA3D-5E32-43D8-BF3D-4C11400D5490}" type="pres">
      <dgm:prSet presAssocID="{0A4ED2AD-E21E-4AF9-94E9-2DBF744A373B}" presName="rootConnector" presStyleLbl="node2" presStyleIdx="0" presStyleCnt="2"/>
      <dgm:spPr/>
      <dgm:t>
        <a:bodyPr/>
        <a:lstStyle/>
        <a:p>
          <a:endParaRPr lang="en-US"/>
        </a:p>
      </dgm:t>
    </dgm:pt>
    <dgm:pt modelId="{E9795FF0-F7D1-4A96-809F-DD66C23D037F}" type="pres">
      <dgm:prSet presAssocID="{0A4ED2AD-E21E-4AF9-94E9-2DBF744A373B}" presName="hierChild4" presStyleCnt="0"/>
      <dgm:spPr/>
    </dgm:pt>
    <dgm:pt modelId="{E21E0C64-1A5F-4A4D-BAD8-A12AEBAC044B}" type="pres">
      <dgm:prSet presAssocID="{BCBD2960-6041-48F9-98FD-A6B7E69BA42B}" presName="Name37" presStyleLbl="parChTrans1D3" presStyleIdx="0" presStyleCnt="5"/>
      <dgm:spPr/>
      <dgm:t>
        <a:bodyPr/>
        <a:lstStyle/>
        <a:p>
          <a:endParaRPr lang="en-US"/>
        </a:p>
      </dgm:t>
    </dgm:pt>
    <dgm:pt modelId="{26A19035-BE79-45F1-BF13-1172753F0FA4}" type="pres">
      <dgm:prSet presAssocID="{0080DC01-105A-42C7-8A24-4DD7FE554579}" presName="hierRoot2" presStyleCnt="0">
        <dgm:presLayoutVars>
          <dgm:hierBranch val="init"/>
        </dgm:presLayoutVars>
      </dgm:prSet>
      <dgm:spPr/>
    </dgm:pt>
    <dgm:pt modelId="{2252BE14-20B6-4A91-B240-E110E89C8177}" type="pres">
      <dgm:prSet presAssocID="{0080DC01-105A-42C7-8A24-4DD7FE554579}" presName="rootComposite" presStyleCnt="0"/>
      <dgm:spPr/>
    </dgm:pt>
    <dgm:pt modelId="{DBC7353B-522D-4E93-95C1-AEC582DB42B1}" type="pres">
      <dgm:prSet presAssocID="{0080DC01-105A-42C7-8A24-4DD7FE554579}" presName="rootText" presStyleLbl="node3" presStyleIdx="0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995C4FA-3F97-4325-B0E1-CD97E49BB5F3}" type="pres">
      <dgm:prSet presAssocID="{0080DC01-105A-42C7-8A24-4DD7FE554579}" presName="rootConnector" presStyleLbl="node3" presStyleIdx="0" presStyleCnt="5"/>
      <dgm:spPr/>
      <dgm:t>
        <a:bodyPr/>
        <a:lstStyle/>
        <a:p>
          <a:endParaRPr lang="en-US"/>
        </a:p>
      </dgm:t>
    </dgm:pt>
    <dgm:pt modelId="{03261C83-A0D7-4725-82E4-533E2A1EC0D7}" type="pres">
      <dgm:prSet presAssocID="{0080DC01-105A-42C7-8A24-4DD7FE554579}" presName="hierChild4" presStyleCnt="0"/>
      <dgm:spPr/>
    </dgm:pt>
    <dgm:pt modelId="{28AA97DB-D5A9-4EED-AA51-785A226CD37B}" type="pres">
      <dgm:prSet presAssocID="{0080DC01-105A-42C7-8A24-4DD7FE554579}" presName="hierChild5" presStyleCnt="0"/>
      <dgm:spPr/>
    </dgm:pt>
    <dgm:pt modelId="{1EB80A0E-295C-4BF3-BB45-CC7F97230D97}" type="pres">
      <dgm:prSet presAssocID="{72AD54F5-D0AC-4F66-BCAB-98B9D1EA7C30}" presName="Name37" presStyleLbl="parChTrans1D3" presStyleIdx="1" presStyleCnt="5"/>
      <dgm:spPr/>
      <dgm:t>
        <a:bodyPr/>
        <a:lstStyle/>
        <a:p>
          <a:endParaRPr lang="en-US"/>
        </a:p>
      </dgm:t>
    </dgm:pt>
    <dgm:pt modelId="{59DB8996-6622-45EE-A83F-7A79F7992275}" type="pres">
      <dgm:prSet presAssocID="{38CE567C-8C63-47A3-A341-6FDB18E5AAEA}" presName="hierRoot2" presStyleCnt="0">
        <dgm:presLayoutVars>
          <dgm:hierBranch val="init"/>
        </dgm:presLayoutVars>
      </dgm:prSet>
      <dgm:spPr/>
    </dgm:pt>
    <dgm:pt modelId="{902B1200-95C2-4E3F-9690-BE4DFB909210}" type="pres">
      <dgm:prSet presAssocID="{38CE567C-8C63-47A3-A341-6FDB18E5AAEA}" presName="rootComposite" presStyleCnt="0"/>
      <dgm:spPr/>
    </dgm:pt>
    <dgm:pt modelId="{998424DD-BE91-4E7C-BF61-A99428CA5CFD}" type="pres">
      <dgm:prSet presAssocID="{38CE567C-8C63-47A3-A341-6FDB18E5AAEA}" presName="rootText" presStyleLbl="node3" presStyleIdx="1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E2C3771-D864-44CE-81D8-47B84C9DA0EE}" type="pres">
      <dgm:prSet presAssocID="{38CE567C-8C63-47A3-A341-6FDB18E5AAEA}" presName="rootConnector" presStyleLbl="node3" presStyleIdx="1" presStyleCnt="5"/>
      <dgm:spPr/>
      <dgm:t>
        <a:bodyPr/>
        <a:lstStyle/>
        <a:p>
          <a:endParaRPr lang="en-US"/>
        </a:p>
      </dgm:t>
    </dgm:pt>
    <dgm:pt modelId="{7AC30636-3D59-4663-91AF-DEF101617743}" type="pres">
      <dgm:prSet presAssocID="{38CE567C-8C63-47A3-A341-6FDB18E5AAEA}" presName="hierChild4" presStyleCnt="0"/>
      <dgm:spPr/>
    </dgm:pt>
    <dgm:pt modelId="{E7AA6E5A-16E1-4FED-B557-1AA6D601EB29}" type="pres">
      <dgm:prSet presAssocID="{38CE567C-8C63-47A3-A341-6FDB18E5AAEA}" presName="hierChild5" presStyleCnt="0"/>
      <dgm:spPr/>
    </dgm:pt>
    <dgm:pt modelId="{996F79C8-1222-4FE0-B65B-45AA697687A1}" type="pres">
      <dgm:prSet presAssocID="{0A4ED2AD-E21E-4AF9-94E9-2DBF744A373B}" presName="hierChild5" presStyleCnt="0"/>
      <dgm:spPr/>
    </dgm:pt>
    <dgm:pt modelId="{24E62E66-4539-4935-A390-FD55EFACFE82}" type="pres">
      <dgm:prSet presAssocID="{BC170CA8-A0DD-4442-B4A7-71D90E24D2E6}" presName="Name37" presStyleLbl="parChTrans1D2" presStyleIdx="1" presStyleCnt="2"/>
      <dgm:spPr/>
      <dgm:t>
        <a:bodyPr/>
        <a:lstStyle/>
        <a:p>
          <a:endParaRPr lang="en-US"/>
        </a:p>
      </dgm:t>
    </dgm:pt>
    <dgm:pt modelId="{9219E7EC-21E8-42EE-A521-2ABD16A6E6E5}" type="pres">
      <dgm:prSet presAssocID="{21A9AA57-E8B3-482B-B641-C6A94FE0384E}" presName="hierRoot2" presStyleCnt="0">
        <dgm:presLayoutVars>
          <dgm:hierBranch val="init"/>
        </dgm:presLayoutVars>
      </dgm:prSet>
      <dgm:spPr/>
    </dgm:pt>
    <dgm:pt modelId="{B405143B-ABD3-41D7-A168-9C2FDAB73AAA}" type="pres">
      <dgm:prSet presAssocID="{21A9AA57-E8B3-482B-B641-C6A94FE0384E}" presName="rootComposite" presStyleCnt="0"/>
      <dgm:spPr/>
    </dgm:pt>
    <dgm:pt modelId="{E03A865B-ACB1-413F-A782-9F475D0AF570}" type="pres">
      <dgm:prSet presAssocID="{21A9AA57-E8B3-482B-B641-C6A94FE0384E}" presName="rootText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6E9B2119-00DE-4E1B-A882-D5992B52C4B3}" type="pres">
      <dgm:prSet presAssocID="{21A9AA57-E8B3-482B-B641-C6A94FE0384E}" presName="rootConnector" presStyleLbl="node2" presStyleIdx="1" presStyleCnt="2"/>
      <dgm:spPr/>
      <dgm:t>
        <a:bodyPr/>
        <a:lstStyle/>
        <a:p>
          <a:endParaRPr lang="en-US"/>
        </a:p>
      </dgm:t>
    </dgm:pt>
    <dgm:pt modelId="{74CD8203-978E-4459-B39C-D75BDB08FDC2}" type="pres">
      <dgm:prSet presAssocID="{21A9AA57-E8B3-482B-B641-C6A94FE0384E}" presName="hierChild4" presStyleCnt="0"/>
      <dgm:spPr/>
    </dgm:pt>
    <dgm:pt modelId="{9A0BA159-A1C5-4B2E-BCBE-9D006B89FCBA}" type="pres">
      <dgm:prSet presAssocID="{DFFBC251-A36E-4DBF-B7EE-DE33C6FBB5DD}" presName="Name37" presStyleLbl="parChTrans1D3" presStyleIdx="2" presStyleCnt="5"/>
      <dgm:spPr/>
      <dgm:t>
        <a:bodyPr/>
        <a:lstStyle/>
        <a:p>
          <a:endParaRPr lang="en-US"/>
        </a:p>
      </dgm:t>
    </dgm:pt>
    <dgm:pt modelId="{F259F9AF-9539-4679-A0BD-CED2316F9F96}" type="pres">
      <dgm:prSet presAssocID="{7DE08D5D-8259-4B7D-8261-0C3C3755AAE5}" presName="hierRoot2" presStyleCnt="0">
        <dgm:presLayoutVars>
          <dgm:hierBranch val="init"/>
        </dgm:presLayoutVars>
      </dgm:prSet>
      <dgm:spPr/>
    </dgm:pt>
    <dgm:pt modelId="{B338A79B-9B98-48C1-9FC8-F31343AD888D}" type="pres">
      <dgm:prSet presAssocID="{7DE08D5D-8259-4B7D-8261-0C3C3755AAE5}" presName="rootComposite" presStyleCnt="0"/>
      <dgm:spPr/>
    </dgm:pt>
    <dgm:pt modelId="{2D893195-4B00-4F77-8904-AA53F04A5D6D}" type="pres">
      <dgm:prSet presAssocID="{7DE08D5D-8259-4B7D-8261-0C3C3755AAE5}" presName="rootText" presStyleLbl="node3" presStyleIdx="2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52EC46E-A507-4EE2-87EE-A0A190F30C55}" type="pres">
      <dgm:prSet presAssocID="{7DE08D5D-8259-4B7D-8261-0C3C3755AAE5}" presName="rootConnector" presStyleLbl="node3" presStyleIdx="2" presStyleCnt="5"/>
      <dgm:spPr/>
      <dgm:t>
        <a:bodyPr/>
        <a:lstStyle/>
        <a:p>
          <a:endParaRPr lang="en-US"/>
        </a:p>
      </dgm:t>
    </dgm:pt>
    <dgm:pt modelId="{F810B85F-50CC-418A-870A-18DD3065607B}" type="pres">
      <dgm:prSet presAssocID="{7DE08D5D-8259-4B7D-8261-0C3C3755AAE5}" presName="hierChild4" presStyleCnt="0"/>
      <dgm:spPr/>
    </dgm:pt>
    <dgm:pt modelId="{77606319-E983-4A35-A46B-02A1B6912950}" type="pres">
      <dgm:prSet presAssocID="{7DE08D5D-8259-4B7D-8261-0C3C3755AAE5}" presName="hierChild5" presStyleCnt="0"/>
      <dgm:spPr/>
    </dgm:pt>
    <dgm:pt modelId="{F4CDD750-E69F-45A4-B23F-8A69319AE38C}" type="pres">
      <dgm:prSet presAssocID="{D5748E37-F5C0-4B35-AD62-D84A08579CDC}" presName="Name37" presStyleLbl="parChTrans1D3" presStyleIdx="3" presStyleCnt="5"/>
      <dgm:spPr/>
      <dgm:t>
        <a:bodyPr/>
        <a:lstStyle/>
        <a:p>
          <a:endParaRPr lang="en-US"/>
        </a:p>
      </dgm:t>
    </dgm:pt>
    <dgm:pt modelId="{6ADB20B4-C4A0-49F1-8B90-F0CA58D7B7D4}" type="pres">
      <dgm:prSet presAssocID="{2D22D834-CBF4-4CDC-ADEF-52BE78A5366F}" presName="hierRoot2" presStyleCnt="0">
        <dgm:presLayoutVars>
          <dgm:hierBranch val="init"/>
        </dgm:presLayoutVars>
      </dgm:prSet>
      <dgm:spPr/>
    </dgm:pt>
    <dgm:pt modelId="{1ABBB09C-DAFD-42A0-AE94-8555CE61114D}" type="pres">
      <dgm:prSet presAssocID="{2D22D834-CBF4-4CDC-ADEF-52BE78A5366F}" presName="rootComposite" presStyleCnt="0"/>
      <dgm:spPr/>
    </dgm:pt>
    <dgm:pt modelId="{6523E4F5-6871-4774-97F9-79EA6FF4A85A}" type="pres">
      <dgm:prSet presAssocID="{2D22D834-CBF4-4CDC-ADEF-52BE78A5366F}" presName="rootText" presStyleLbl="node3" presStyleIdx="3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8B7E8D2-7D82-49A6-9721-D2DAFC906706}" type="pres">
      <dgm:prSet presAssocID="{2D22D834-CBF4-4CDC-ADEF-52BE78A5366F}" presName="rootConnector" presStyleLbl="node3" presStyleIdx="3" presStyleCnt="5"/>
      <dgm:spPr/>
      <dgm:t>
        <a:bodyPr/>
        <a:lstStyle/>
        <a:p>
          <a:endParaRPr lang="en-US"/>
        </a:p>
      </dgm:t>
    </dgm:pt>
    <dgm:pt modelId="{248C587B-0988-4C97-8ADD-623247FB9F14}" type="pres">
      <dgm:prSet presAssocID="{2D22D834-CBF4-4CDC-ADEF-52BE78A5366F}" presName="hierChild4" presStyleCnt="0"/>
      <dgm:spPr/>
    </dgm:pt>
    <dgm:pt modelId="{130B43C7-13B0-423A-ACB7-523EC7C290B2}" type="pres">
      <dgm:prSet presAssocID="{2D22D834-CBF4-4CDC-ADEF-52BE78A5366F}" presName="hierChild5" presStyleCnt="0"/>
      <dgm:spPr/>
    </dgm:pt>
    <dgm:pt modelId="{A090DBE9-D8F6-4934-8913-558971E2032F}" type="pres">
      <dgm:prSet presAssocID="{70D282EB-FF7A-476A-A552-ACACCC3BA0E2}" presName="Name37" presStyleLbl="parChTrans1D3" presStyleIdx="4" presStyleCnt="5"/>
      <dgm:spPr/>
      <dgm:t>
        <a:bodyPr/>
        <a:lstStyle/>
        <a:p>
          <a:endParaRPr lang="en-US"/>
        </a:p>
      </dgm:t>
    </dgm:pt>
    <dgm:pt modelId="{DC4EF8D7-B9D1-4E1C-8D59-B7FF1D5A7A95}" type="pres">
      <dgm:prSet presAssocID="{55889194-806B-4F5A-A2B5-688C300C7346}" presName="hierRoot2" presStyleCnt="0">
        <dgm:presLayoutVars>
          <dgm:hierBranch val="init"/>
        </dgm:presLayoutVars>
      </dgm:prSet>
      <dgm:spPr/>
    </dgm:pt>
    <dgm:pt modelId="{A456FC90-F604-4CA0-930F-B9BE8FE5734D}" type="pres">
      <dgm:prSet presAssocID="{55889194-806B-4F5A-A2B5-688C300C7346}" presName="rootComposite" presStyleCnt="0"/>
      <dgm:spPr/>
    </dgm:pt>
    <dgm:pt modelId="{022E063B-55AF-48D6-A0F3-6D9CFF5044E6}" type="pres">
      <dgm:prSet presAssocID="{55889194-806B-4F5A-A2B5-688C300C7346}" presName="rootText" presStyleLbl="node3" presStyleIdx="4" presStyleCnt="5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3A0A9376-DD28-4888-BD37-8EA9F5A20F70}" type="pres">
      <dgm:prSet presAssocID="{55889194-806B-4F5A-A2B5-688C300C7346}" presName="rootConnector" presStyleLbl="node3" presStyleIdx="4" presStyleCnt="5"/>
      <dgm:spPr/>
      <dgm:t>
        <a:bodyPr/>
        <a:lstStyle/>
        <a:p>
          <a:endParaRPr lang="en-US"/>
        </a:p>
      </dgm:t>
    </dgm:pt>
    <dgm:pt modelId="{91ED2130-1419-4AFD-8180-181C34CEFDFC}" type="pres">
      <dgm:prSet presAssocID="{55889194-806B-4F5A-A2B5-688C300C7346}" presName="hierChild4" presStyleCnt="0"/>
      <dgm:spPr/>
    </dgm:pt>
    <dgm:pt modelId="{6D514707-D2A2-4EEB-BBDE-6D6AB540CA89}" type="pres">
      <dgm:prSet presAssocID="{55889194-806B-4F5A-A2B5-688C300C7346}" presName="hierChild5" presStyleCnt="0"/>
      <dgm:spPr/>
    </dgm:pt>
    <dgm:pt modelId="{959D1105-EAA4-4051-B9FE-F21D3FC65085}" type="pres">
      <dgm:prSet presAssocID="{21A9AA57-E8B3-482B-B641-C6A94FE0384E}" presName="hierChild5" presStyleCnt="0"/>
      <dgm:spPr/>
    </dgm:pt>
    <dgm:pt modelId="{4269A991-3A83-41BA-82B3-EE51BD62E8DC}" type="pres">
      <dgm:prSet presAssocID="{2CD8640B-DB02-4E3B-B612-C0EE2AFABA21}" presName="hierChild3" presStyleCnt="0"/>
      <dgm:spPr/>
    </dgm:pt>
  </dgm:ptLst>
  <dgm:cxnLst>
    <dgm:cxn modelId="{6E7613DD-3F20-4507-B83B-6E5D74CD90BA}" type="presOf" srcId="{0A4ED2AD-E21E-4AF9-94E9-2DBF744A373B}" destId="{A38447EF-7F1B-4BFE-8777-AB3162E55BEF}" srcOrd="0" destOrd="0" presId="urn:microsoft.com/office/officeart/2005/8/layout/orgChart1"/>
    <dgm:cxn modelId="{49ABD0A2-E242-48F9-B05B-6581B73D1FD4}" type="presOf" srcId="{732B9A98-2CBA-49B4-B804-90B30467C2E5}" destId="{59023C37-9FF4-43F5-AB56-BF4097FF7A3C}" srcOrd="0" destOrd="0" presId="urn:microsoft.com/office/officeart/2005/8/layout/orgChart1"/>
    <dgm:cxn modelId="{351FA864-DB9C-4E03-9B71-2C014CC31BAB}" srcId="{0A4ED2AD-E21E-4AF9-94E9-2DBF744A373B}" destId="{0080DC01-105A-42C7-8A24-4DD7FE554579}" srcOrd="0" destOrd="0" parTransId="{BCBD2960-6041-48F9-98FD-A6B7E69BA42B}" sibTransId="{39491C11-0E8D-403B-90CD-9D7D3E9AABBE}"/>
    <dgm:cxn modelId="{CE33680B-288F-4F11-9548-613AA1A938C0}" type="presOf" srcId="{BCBD2960-6041-48F9-98FD-A6B7E69BA42B}" destId="{E21E0C64-1A5F-4A4D-BAD8-A12AEBAC044B}" srcOrd="0" destOrd="0" presId="urn:microsoft.com/office/officeart/2005/8/layout/orgChart1"/>
    <dgm:cxn modelId="{0F755944-6E34-434B-919E-9048C0FB14AC}" srcId="{2CD8640B-DB02-4E3B-B612-C0EE2AFABA21}" destId="{21A9AA57-E8B3-482B-B641-C6A94FE0384E}" srcOrd="1" destOrd="0" parTransId="{BC170CA8-A0DD-4442-B4A7-71D90E24D2E6}" sibTransId="{6FAC395B-DE66-4E8F-8F67-76E91FAFCDA2}"/>
    <dgm:cxn modelId="{BEA902A1-5500-41BF-ABD3-456A1597801A}" type="presOf" srcId="{7DE08D5D-8259-4B7D-8261-0C3C3755AAE5}" destId="{F52EC46E-A507-4EE2-87EE-A0A190F30C55}" srcOrd="1" destOrd="0" presId="urn:microsoft.com/office/officeart/2005/8/layout/orgChart1"/>
    <dgm:cxn modelId="{D1BD4BDD-4A83-4C22-A301-A0404F1E673A}" type="presOf" srcId="{2D22D834-CBF4-4CDC-ADEF-52BE78A5366F}" destId="{6523E4F5-6871-4774-97F9-79EA6FF4A85A}" srcOrd="0" destOrd="0" presId="urn:microsoft.com/office/officeart/2005/8/layout/orgChart1"/>
    <dgm:cxn modelId="{8202C81E-4CAA-4766-B7DF-140E71E44FCE}" type="presOf" srcId="{55889194-806B-4F5A-A2B5-688C300C7346}" destId="{022E063B-55AF-48D6-A0F3-6D9CFF5044E6}" srcOrd="0" destOrd="0" presId="urn:microsoft.com/office/officeart/2005/8/layout/orgChart1"/>
    <dgm:cxn modelId="{74E34FB3-B374-46A1-B3E6-AB351B4F06BA}" type="presOf" srcId="{7DE08D5D-8259-4B7D-8261-0C3C3755AAE5}" destId="{2D893195-4B00-4F77-8904-AA53F04A5D6D}" srcOrd="0" destOrd="0" presId="urn:microsoft.com/office/officeart/2005/8/layout/orgChart1"/>
    <dgm:cxn modelId="{A8B9D472-73E5-4171-B090-2C923FB24200}" type="presOf" srcId="{21A9AA57-E8B3-482B-B641-C6A94FE0384E}" destId="{6E9B2119-00DE-4E1B-A882-D5992B52C4B3}" srcOrd="1" destOrd="0" presId="urn:microsoft.com/office/officeart/2005/8/layout/orgChart1"/>
    <dgm:cxn modelId="{23501A34-2DA4-4771-904F-57CC64D119C7}" srcId="{86B396A6-1F7C-4929-81F3-BA5B188A3149}" destId="{2CD8640B-DB02-4E3B-B612-C0EE2AFABA21}" srcOrd="0" destOrd="0" parTransId="{76584174-9083-46E7-BA2C-997F7D8F2422}" sibTransId="{DE41DF19-91C9-4485-804E-37B065AF7EC2}"/>
    <dgm:cxn modelId="{FD13E5E0-9654-49B6-8290-D92F68606DE0}" srcId="{21A9AA57-E8B3-482B-B641-C6A94FE0384E}" destId="{55889194-806B-4F5A-A2B5-688C300C7346}" srcOrd="2" destOrd="0" parTransId="{70D282EB-FF7A-476A-A552-ACACCC3BA0E2}" sibTransId="{32DE7E71-9465-4EDE-9C48-7B2221C9A481}"/>
    <dgm:cxn modelId="{6DEA5E3E-9AB2-446D-8B90-65AA48219E14}" type="presOf" srcId="{70D282EB-FF7A-476A-A552-ACACCC3BA0E2}" destId="{A090DBE9-D8F6-4934-8913-558971E2032F}" srcOrd="0" destOrd="0" presId="urn:microsoft.com/office/officeart/2005/8/layout/orgChart1"/>
    <dgm:cxn modelId="{D9F3AE9B-43C9-408B-B2B6-77505E40435B}" type="presOf" srcId="{2CD8640B-DB02-4E3B-B612-C0EE2AFABA21}" destId="{01F71C2A-B896-48B0-AD9C-76478459FD76}" srcOrd="0" destOrd="0" presId="urn:microsoft.com/office/officeart/2005/8/layout/orgChart1"/>
    <dgm:cxn modelId="{815D143A-F9C8-469A-B447-4086BC91F4EF}" srcId="{2CD8640B-DB02-4E3B-B612-C0EE2AFABA21}" destId="{0A4ED2AD-E21E-4AF9-94E9-2DBF744A373B}" srcOrd="0" destOrd="0" parTransId="{732B9A98-2CBA-49B4-B804-90B30467C2E5}" sibTransId="{73248A1C-058F-4411-A9DD-82E2964CA8D6}"/>
    <dgm:cxn modelId="{87C1AEAF-C1FC-483B-9926-0816B25C30F1}" type="presOf" srcId="{0080DC01-105A-42C7-8A24-4DD7FE554579}" destId="{DBC7353B-522D-4E93-95C1-AEC582DB42B1}" srcOrd="0" destOrd="0" presId="urn:microsoft.com/office/officeart/2005/8/layout/orgChart1"/>
    <dgm:cxn modelId="{4F9BB017-BD01-48EE-A29D-DB6A0088F0AA}" type="presOf" srcId="{0A4ED2AD-E21E-4AF9-94E9-2DBF744A373B}" destId="{7824BA3D-5E32-43D8-BF3D-4C11400D5490}" srcOrd="1" destOrd="0" presId="urn:microsoft.com/office/officeart/2005/8/layout/orgChart1"/>
    <dgm:cxn modelId="{E7B94742-445F-43EC-993C-BABA28D7A99F}" type="presOf" srcId="{0080DC01-105A-42C7-8A24-4DD7FE554579}" destId="{8995C4FA-3F97-4325-B0E1-CD97E49BB5F3}" srcOrd="1" destOrd="0" presId="urn:microsoft.com/office/officeart/2005/8/layout/orgChart1"/>
    <dgm:cxn modelId="{C1EC5527-F4A7-41EF-9B1F-734B96E69E2B}" type="presOf" srcId="{21A9AA57-E8B3-482B-B641-C6A94FE0384E}" destId="{E03A865B-ACB1-413F-A782-9F475D0AF570}" srcOrd="0" destOrd="0" presId="urn:microsoft.com/office/officeart/2005/8/layout/orgChart1"/>
    <dgm:cxn modelId="{3CB4B54B-FF78-49B4-9E11-05158DDE2150}" type="presOf" srcId="{DFFBC251-A36E-4DBF-B7EE-DE33C6FBB5DD}" destId="{9A0BA159-A1C5-4B2E-BCBE-9D006B89FCBA}" srcOrd="0" destOrd="0" presId="urn:microsoft.com/office/officeart/2005/8/layout/orgChart1"/>
    <dgm:cxn modelId="{EE537753-8651-4BB9-88B8-B8249534FC59}" type="presOf" srcId="{2D22D834-CBF4-4CDC-ADEF-52BE78A5366F}" destId="{A8B7E8D2-7D82-49A6-9721-D2DAFC906706}" srcOrd="1" destOrd="0" presId="urn:microsoft.com/office/officeart/2005/8/layout/orgChart1"/>
    <dgm:cxn modelId="{D8149983-8ABD-4A80-92D7-99A53E6EC0F1}" type="presOf" srcId="{72AD54F5-D0AC-4F66-BCAB-98B9D1EA7C30}" destId="{1EB80A0E-295C-4BF3-BB45-CC7F97230D97}" srcOrd="0" destOrd="0" presId="urn:microsoft.com/office/officeart/2005/8/layout/orgChart1"/>
    <dgm:cxn modelId="{CD4C3EBD-410A-474A-AA41-FCD6BD68025C}" type="presOf" srcId="{38CE567C-8C63-47A3-A341-6FDB18E5AAEA}" destId="{5E2C3771-D864-44CE-81D8-47B84C9DA0EE}" srcOrd="1" destOrd="0" presId="urn:microsoft.com/office/officeart/2005/8/layout/orgChart1"/>
    <dgm:cxn modelId="{280B35AF-F27B-49E3-B8A0-5ED3E22F8A15}" srcId="{21A9AA57-E8B3-482B-B641-C6A94FE0384E}" destId="{7DE08D5D-8259-4B7D-8261-0C3C3755AAE5}" srcOrd="0" destOrd="0" parTransId="{DFFBC251-A36E-4DBF-B7EE-DE33C6FBB5DD}" sibTransId="{9C3F2413-39B3-42CF-9D10-FB0BF43D2762}"/>
    <dgm:cxn modelId="{F12A2130-2230-40FE-BC05-A88FDCFBF6C2}" srcId="{0A4ED2AD-E21E-4AF9-94E9-2DBF744A373B}" destId="{38CE567C-8C63-47A3-A341-6FDB18E5AAEA}" srcOrd="1" destOrd="0" parTransId="{72AD54F5-D0AC-4F66-BCAB-98B9D1EA7C30}" sibTransId="{A2CCEC38-CFA5-4073-9EE2-CEF624735E90}"/>
    <dgm:cxn modelId="{D6C91B02-3F02-4889-8427-D23CBFD2DC64}" type="presOf" srcId="{D5748E37-F5C0-4B35-AD62-D84A08579CDC}" destId="{F4CDD750-E69F-45A4-B23F-8A69319AE38C}" srcOrd="0" destOrd="0" presId="urn:microsoft.com/office/officeart/2005/8/layout/orgChart1"/>
    <dgm:cxn modelId="{BB17EEE6-FDC1-489E-834D-5C9406615EBC}" type="presOf" srcId="{86B396A6-1F7C-4929-81F3-BA5B188A3149}" destId="{73A6EC89-E328-4CDD-8AD7-8A1ECBA1B34C}" srcOrd="0" destOrd="0" presId="urn:microsoft.com/office/officeart/2005/8/layout/orgChart1"/>
    <dgm:cxn modelId="{D555DD99-5933-4DCC-AF31-9022CFE3F32E}" type="presOf" srcId="{55889194-806B-4F5A-A2B5-688C300C7346}" destId="{3A0A9376-DD28-4888-BD37-8EA9F5A20F70}" srcOrd="1" destOrd="0" presId="urn:microsoft.com/office/officeart/2005/8/layout/orgChart1"/>
    <dgm:cxn modelId="{DA56C7AE-260D-4534-9F08-6140237896A9}" type="presOf" srcId="{2CD8640B-DB02-4E3B-B612-C0EE2AFABA21}" destId="{E5EFC981-86F3-4C1B-A662-FE9EA2431A75}" srcOrd="1" destOrd="0" presId="urn:microsoft.com/office/officeart/2005/8/layout/orgChart1"/>
    <dgm:cxn modelId="{6A4EC39D-A4C5-41F1-B814-16B75D6A125C}" srcId="{21A9AA57-E8B3-482B-B641-C6A94FE0384E}" destId="{2D22D834-CBF4-4CDC-ADEF-52BE78A5366F}" srcOrd="1" destOrd="0" parTransId="{D5748E37-F5C0-4B35-AD62-D84A08579CDC}" sibTransId="{2DD47AF4-4979-4D5C-98AB-B88DCE4FC722}"/>
    <dgm:cxn modelId="{AE509F1C-5287-40C0-B3A1-AF3D658D3B39}" type="presOf" srcId="{38CE567C-8C63-47A3-A341-6FDB18E5AAEA}" destId="{998424DD-BE91-4E7C-BF61-A99428CA5CFD}" srcOrd="0" destOrd="0" presId="urn:microsoft.com/office/officeart/2005/8/layout/orgChart1"/>
    <dgm:cxn modelId="{52C2707E-0BBB-4AC9-8511-4BE91E7F7845}" type="presOf" srcId="{BC170CA8-A0DD-4442-B4A7-71D90E24D2E6}" destId="{24E62E66-4539-4935-A390-FD55EFACFE82}" srcOrd="0" destOrd="0" presId="urn:microsoft.com/office/officeart/2005/8/layout/orgChart1"/>
    <dgm:cxn modelId="{3635FDD2-5554-44AF-9E7A-0B52FABDF755}" type="presParOf" srcId="{73A6EC89-E328-4CDD-8AD7-8A1ECBA1B34C}" destId="{12A59889-326C-48E4-82B2-1538CA2956AE}" srcOrd="0" destOrd="0" presId="urn:microsoft.com/office/officeart/2005/8/layout/orgChart1"/>
    <dgm:cxn modelId="{F406E077-7EAE-4CE2-B8FC-1CCDD9314C10}" type="presParOf" srcId="{12A59889-326C-48E4-82B2-1538CA2956AE}" destId="{E9DFA52A-06D2-435D-92B7-F4AE4EBDB9D2}" srcOrd="0" destOrd="0" presId="urn:microsoft.com/office/officeart/2005/8/layout/orgChart1"/>
    <dgm:cxn modelId="{0AEA673A-5ED3-4CDC-A122-AD3B035AB69F}" type="presParOf" srcId="{E9DFA52A-06D2-435D-92B7-F4AE4EBDB9D2}" destId="{01F71C2A-B896-48B0-AD9C-76478459FD76}" srcOrd="0" destOrd="0" presId="urn:microsoft.com/office/officeart/2005/8/layout/orgChart1"/>
    <dgm:cxn modelId="{D4837EA1-D4E5-4602-8759-917481D1D29E}" type="presParOf" srcId="{E9DFA52A-06D2-435D-92B7-F4AE4EBDB9D2}" destId="{E5EFC981-86F3-4C1B-A662-FE9EA2431A75}" srcOrd="1" destOrd="0" presId="urn:microsoft.com/office/officeart/2005/8/layout/orgChart1"/>
    <dgm:cxn modelId="{1A29B39B-C324-41C5-B779-1633185F0868}" type="presParOf" srcId="{12A59889-326C-48E4-82B2-1538CA2956AE}" destId="{ADF15D20-73EE-4906-9C04-F9564DF1BE2F}" srcOrd="1" destOrd="0" presId="urn:microsoft.com/office/officeart/2005/8/layout/orgChart1"/>
    <dgm:cxn modelId="{E80DB93C-EEC7-47D7-8DFF-AE68038F00FF}" type="presParOf" srcId="{ADF15D20-73EE-4906-9C04-F9564DF1BE2F}" destId="{59023C37-9FF4-43F5-AB56-BF4097FF7A3C}" srcOrd="0" destOrd="0" presId="urn:microsoft.com/office/officeart/2005/8/layout/orgChart1"/>
    <dgm:cxn modelId="{3CAE7386-BE3E-40FE-BF83-B94C471577BC}" type="presParOf" srcId="{ADF15D20-73EE-4906-9C04-F9564DF1BE2F}" destId="{EC5F283F-BC09-4606-A6B8-B7505489EFE7}" srcOrd="1" destOrd="0" presId="urn:microsoft.com/office/officeart/2005/8/layout/orgChart1"/>
    <dgm:cxn modelId="{D8399652-37B8-4B19-B167-536711830C35}" type="presParOf" srcId="{EC5F283F-BC09-4606-A6B8-B7505489EFE7}" destId="{6F190146-C209-427A-8873-976BD55D03F9}" srcOrd="0" destOrd="0" presId="urn:microsoft.com/office/officeart/2005/8/layout/orgChart1"/>
    <dgm:cxn modelId="{A79DDD9B-2689-4D2E-B4E5-31809066EDD8}" type="presParOf" srcId="{6F190146-C209-427A-8873-976BD55D03F9}" destId="{A38447EF-7F1B-4BFE-8777-AB3162E55BEF}" srcOrd="0" destOrd="0" presId="urn:microsoft.com/office/officeart/2005/8/layout/orgChart1"/>
    <dgm:cxn modelId="{F4C8A99D-EEAC-4313-8945-15076A2FD136}" type="presParOf" srcId="{6F190146-C209-427A-8873-976BD55D03F9}" destId="{7824BA3D-5E32-43D8-BF3D-4C11400D5490}" srcOrd="1" destOrd="0" presId="urn:microsoft.com/office/officeart/2005/8/layout/orgChart1"/>
    <dgm:cxn modelId="{8C7C7445-8500-4E00-BFD6-596C65E058DF}" type="presParOf" srcId="{EC5F283F-BC09-4606-A6B8-B7505489EFE7}" destId="{E9795FF0-F7D1-4A96-809F-DD66C23D037F}" srcOrd="1" destOrd="0" presId="urn:microsoft.com/office/officeart/2005/8/layout/orgChart1"/>
    <dgm:cxn modelId="{4FDA1E32-A007-448C-BC4B-B8796F523497}" type="presParOf" srcId="{E9795FF0-F7D1-4A96-809F-DD66C23D037F}" destId="{E21E0C64-1A5F-4A4D-BAD8-A12AEBAC044B}" srcOrd="0" destOrd="0" presId="urn:microsoft.com/office/officeart/2005/8/layout/orgChart1"/>
    <dgm:cxn modelId="{669CA532-F3B0-46C5-A253-F31C2C9DFA06}" type="presParOf" srcId="{E9795FF0-F7D1-4A96-809F-DD66C23D037F}" destId="{26A19035-BE79-45F1-BF13-1172753F0FA4}" srcOrd="1" destOrd="0" presId="urn:microsoft.com/office/officeart/2005/8/layout/orgChart1"/>
    <dgm:cxn modelId="{C70AF4A4-1CFB-4961-A4A2-17AE443F1621}" type="presParOf" srcId="{26A19035-BE79-45F1-BF13-1172753F0FA4}" destId="{2252BE14-20B6-4A91-B240-E110E89C8177}" srcOrd="0" destOrd="0" presId="urn:microsoft.com/office/officeart/2005/8/layout/orgChart1"/>
    <dgm:cxn modelId="{0E4B8C3F-8CC5-4B84-ADDC-30A860030B9F}" type="presParOf" srcId="{2252BE14-20B6-4A91-B240-E110E89C8177}" destId="{DBC7353B-522D-4E93-95C1-AEC582DB42B1}" srcOrd="0" destOrd="0" presId="urn:microsoft.com/office/officeart/2005/8/layout/orgChart1"/>
    <dgm:cxn modelId="{1D9488C1-BD6A-41A0-8E36-08437B6EACD0}" type="presParOf" srcId="{2252BE14-20B6-4A91-B240-E110E89C8177}" destId="{8995C4FA-3F97-4325-B0E1-CD97E49BB5F3}" srcOrd="1" destOrd="0" presId="urn:microsoft.com/office/officeart/2005/8/layout/orgChart1"/>
    <dgm:cxn modelId="{C3183E8F-966F-4CF6-B36C-C101AB2618B7}" type="presParOf" srcId="{26A19035-BE79-45F1-BF13-1172753F0FA4}" destId="{03261C83-A0D7-4725-82E4-533E2A1EC0D7}" srcOrd="1" destOrd="0" presId="urn:microsoft.com/office/officeart/2005/8/layout/orgChart1"/>
    <dgm:cxn modelId="{4CAE44AE-490F-4891-B225-948A8B9AD6F3}" type="presParOf" srcId="{26A19035-BE79-45F1-BF13-1172753F0FA4}" destId="{28AA97DB-D5A9-4EED-AA51-785A226CD37B}" srcOrd="2" destOrd="0" presId="urn:microsoft.com/office/officeart/2005/8/layout/orgChart1"/>
    <dgm:cxn modelId="{18DF1852-BB6C-4D57-9694-C7FC1FF648CA}" type="presParOf" srcId="{E9795FF0-F7D1-4A96-809F-DD66C23D037F}" destId="{1EB80A0E-295C-4BF3-BB45-CC7F97230D97}" srcOrd="2" destOrd="0" presId="urn:microsoft.com/office/officeart/2005/8/layout/orgChart1"/>
    <dgm:cxn modelId="{E533FA2B-2AD9-474F-A04E-B1B24B045948}" type="presParOf" srcId="{E9795FF0-F7D1-4A96-809F-DD66C23D037F}" destId="{59DB8996-6622-45EE-A83F-7A79F7992275}" srcOrd="3" destOrd="0" presId="urn:microsoft.com/office/officeart/2005/8/layout/orgChart1"/>
    <dgm:cxn modelId="{A174B4D0-C27A-4BDE-B31A-5BC584FABD2C}" type="presParOf" srcId="{59DB8996-6622-45EE-A83F-7A79F7992275}" destId="{902B1200-95C2-4E3F-9690-BE4DFB909210}" srcOrd="0" destOrd="0" presId="urn:microsoft.com/office/officeart/2005/8/layout/orgChart1"/>
    <dgm:cxn modelId="{0874724A-372A-4494-9982-04B1DA8C7753}" type="presParOf" srcId="{902B1200-95C2-4E3F-9690-BE4DFB909210}" destId="{998424DD-BE91-4E7C-BF61-A99428CA5CFD}" srcOrd="0" destOrd="0" presId="urn:microsoft.com/office/officeart/2005/8/layout/orgChart1"/>
    <dgm:cxn modelId="{A3774B5D-6032-44D2-AE57-2C895A8E70C8}" type="presParOf" srcId="{902B1200-95C2-4E3F-9690-BE4DFB909210}" destId="{5E2C3771-D864-44CE-81D8-47B84C9DA0EE}" srcOrd="1" destOrd="0" presId="urn:microsoft.com/office/officeart/2005/8/layout/orgChart1"/>
    <dgm:cxn modelId="{14E886E3-38F9-4FE2-94DB-C6ADF630CF13}" type="presParOf" srcId="{59DB8996-6622-45EE-A83F-7A79F7992275}" destId="{7AC30636-3D59-4663-91AF-DEF101617743}" srcOrd="1" destOrd="0" presId="urn:microsoft.com/office/officeart/2005/8/layout/orgChart1"/>
    <dgm:cxn modelId="{915E4CA3-CCF9-48A5-B7FF-DB4BB02F1F6C}" type="presParOf" srcId="{59DB8996-6622-45EE-A83F-7A79F7992275}" destId="{E7AA6E5A-16E1-4FED-B557-1AA6D601EB29}" srcOrd="2" destOrd="0" presId="urn:microsoft.com/office/officeart/2005/8/layout/orgChart1"/>
    <dgm:cxn modelId="{F291B57B-DF13-4062-B922-136C1025D517}" type="presParOf" srcId="{EC5F283F-BC09-4606-A6B8-B7505489EFE7}" destId="{996F79C8-1222-4FE0-B65B-45AA697687A1}" srcOrd="2" destOrd="0" presId="urn:microsoft.com/office/officeart/2005/8/layout/orgChart1"/>
    <dgm:cxn modelId="{1CDB736A-D859-4AE4-8B81-9C49002DE75D}" type="presParOf" srcId="{ADF15D20-73EE-4906-9C04-F9564DF1BE2F}" destId="{24E62E66-4539-4935-A390-FD55EFACFE82}" srcOrd="2" destOrd="0" presId="urn:microsoft.com/office/officeart/2005/8/layout/orgChart1"/>
    <dgm:cxn modelId="{35BDA3D3-B42B-467A-AF48-8DE183C9D066}" type="presParOf" srcId="{ADF15D20-73EE-4906-9C04-F9564DF1BE2F}" destId="{9219E7EC-21E8-42EE-A521-2ABD16A6E6E5}" srcOrd="3" destOrd="0" presId="urn:microsoft.com/office/officeart/2005/8/layout/orgChart1"/>
    <dgm:cxn modelId="{FB48F66C-1E10-4C92-BF0A-2D9169D91238}" type="presParOf" srcId="{9219E7EC-21E8-42EE-A521-2ABD16A6E6E5}" destId="{B405143B-ABD3-41D7-A168-9C2FDAB73AAA}" srcOrd="0" destOrd="0" presId="urn:microsoft.com/office/officeart/2005/8/layout/orgChart1"/>
    <dgm:cxn modelId="{77948835-67A3-4EEB-B468-A670D1E450D4}" type="presParOf" srcId="{B405143B-ABD3-41D7-A168-9C2FDAB73AAA}" destId="{E03A865B-ACB1-413F-A782-9F475D0AF570}" srcOrd="0" destOrd="0" presId="urn:microsoft.com/office/officeart/2005/8/layout/orgChart1"/>
    <dgm:cxn modelId="{13FDF14C-E774-4DD4-8B5E-2EBC3FFAC3C4}" type="presParOf" srcId="{B405143B-ABD3-41D7-A168-9C2FDAB73AAA}" destId="{6E9B2119-00DE-4E1B-A882-D5992B52C4B3}" srcOrd="1" destOrd="0" presId="urn:microsoft.com/office/officeart/2005/8/layout/orgChart1"/>
    <dgm:cxn modelId="{AC2D38E7-C6CA-47B0-8963-7AD7E2A18DA0}" type="presParOf" srcId="{9219E7EC-21E8-42EE-A521-2ABD16A6E6E5}" destId="{74CD8203-978E-4459-B39C-D75BDB08FDC2}" srcOrd="1" destOrd="0" presId="urn:microsoft.com/office/officeart/2005/8/layout/orgChart1"/>
    <dgm:cxn modelId="{9137C668-1574-48E1-960D-EA1F8C389061}" type="presParOf" srcId="{74CD8203-978E-4459-B39C-D75BDB08FDC2}" destId="{9A0BA159-A1C5-4B2E-BCBE-9D006B89FCBA}" srcOrd="0" destOrd="0" presId="urn:microsoft.com/office/officeart/2005/8/layout/orgChart1"/>
    <dgm:cxn modelId="{EB4771F3-BA10-45B2-ABB3-8C0D31680E7C}" type="presParOf" srcId="{74CD8203-978E-4459-B39C-D75BDB08FDC2}" destId="{F259F9AF-9539-4679-A0BD-CED2316F9F96}" srcOrd="1" destOrd="0" presId="urn:microsoft.com/office/officeart/2005/8/layout/orgChart1"/>
    <dgm:cxn modelId="{80C60A31-4642-468F-9138-6D37CAC686C6}" type="presParOf" srcId="{F259F9AF-9539-4679-A0BD-CED2316F9F96}" destId="{B338A79B-9B98-48C1-9FC8-F31343AD888D}" srcOrd="0" destOrd="0" presId="urn:microsoft.com/office/officeart/2005/8/layout/orgChart1"/>
    <dgm:cxn modelId="{074210A7-1DE9-4D5D-ADD0-28A84D8EDA2C}" type="presParOf" srcId="{B338A79B-9B98-48C1-9FC8-F31343AD888D}" destId="{2D893195-4B00-4F77-8904-AA53F04A5D6D}" srcOrd="0" destOrd="0" presId="urn:microsoft.com/office/officeart/2005/8/layout/orgChart1"/>
    <dgm:cxn modelId="{5D69944F-36D8-4637-B3C1-5661BDCAE9D5}" type="presParOf" srcId="{B338A79B-9B98-48C1-9FC8-F31343AD888D}" destId="{F52EC46E-A507-4EE2-87EE-A0A190F30C55}" srcOrd="1" destOrd="0" presId="urn:microsoft.com/office/officeart/2005/8/layout/orgChart1"/>
    <dgm:cxn modelId="{F37E1740-2D94-4A82-A0E4-585BE330203B}" type="presParOf" srcId="{F259F9AF-9539-4679-A0BD-CED2316F9F96}" destId="{F810B85F-50CC-418A-870A-18DD3065607B}" srcOrd="1" destOrd="0" presId="urn:microsoft.com/office/officeart/2005/8/layout/orgChart1"/>
    <dgm:cxn modelId="{2CCB3761-9970-49DE-BFB8-9A5979C9EEBA}" type="presParOf" srcId="{F259F9AF-9539-4679-A0BD-CED2316F9F96}" destId="{77606319-E983-4A35-A46B-02A1B6912950}" srcOrd="2" destOrd="0" presId="urn:microsoft.com/office/officeart/2005/8/layout/orgChart1"/>
    <dgm:cxn modelId="{05288B39-BCE1-4958-960B-B4F32857D365}" type="presParOf" srcId="{74CD8203-978E-4459-B39C-D75BDB08FDC2}" destId="{F4CDD750-E69F-45A4-B23F-8A69319AE38C}" srcOrd="2" destOrd="0" presId="urn:microsoft.com/office/officeart/2005/8/layout/orgChart1"/>
    <dgm:cxn modelId="{4DD0FA08-9311-48A1-83AB-E4595CC7DA33}" type="presParOf" srcId="{74CD8203-978E-4459-B39C-D75BDB08FDC2}" destId="{6ADB20B4-C4A0-49F1-8B90-F0CA58D7B7D4}" srcOrd="3" destOrd="0" presId="urn:microsoft.com/office/officeart/2005/8/layout/orgChart1"/>
    <dgm:cxn modelId="{06FE3055-6B97-4460-AC87-08B2E832DA2E}" type="presParOf" srcId="{6ADB20B4-C4A0-49F1-8B90-F0CA58D7B7D4}" destId="{1ABBB09C-DAFD-42A0-AE94-8555CE61114D}" srcOrd="0" destOrd="0" presId="urn:microsoft.com/office/officeart/2005/8/layout/orgChart1"/>
    <dgm:cxn modelId="{DD7CE771-36F2-498E-8B3F-E835CF8D2C16}" type="presParOf" srcId="{1ABBB09C-DAFD-42A0-AE94-8555CE61114D}" destId="{6523E4F5-6871-4774-97F9-79EA6FF4A85A}" srcOrd="0" destOrd="0" presId="urn:microsoft.com/office/officeart/2005/8/layout/orgChart1"/>
    <dgm:cxn modelId="{F3D19D65-E51C-4C2D-BC1E-1E08B2F076E3}" type="presParOf" srcId="{1ABBB09C-DAFD-42A0-AE94-8555CE61114D}" destId="{A8B7E8D2-7D82-49A6-9721-D2DAFC906706}" srcOrd="1" destOrd="0" presId="urn:microsoft.com/office/officeart/2005/8/layout/orgChart1"/>
    <dgm:cxn modelId="{343E0A2D-B7FE-46DB-B1C8-ED482067A19D}" type="presParOf" srcId="{6ADB20B4-C4A0-49F1-8B90-F0CA58D7B7D4}" destId="{248C587B-0988-4C97-8ADD-623247FB9F14}" srcOrd="1" destOrd="0" presId="urn:microsoft.com/office/officeart/2005/8/layout/orgChart1"/>
    <dgm:cxn modelId="{6E611A20-0009-42E6-805C-3987BD4D34BE}" type="presParOf" srcId="{6ADB20B4-C4A0-49F1-8B90-F0CA58D7B7D4}" destId="{130B43C7-13B0-423A-ACB7-523EC7C290B2}" srcOrd="2" destOrd="0" presId="urn:microsoft.com/office/officeart/2005/8/layout/orgChart1"/>
    <dgm:cxn modelId="{81926C81-28F3-4F07-9E0A-D85E609B1972}" type="presParOf" srcId="{74CD8203-978E-4459-B39C-D75BDB08FDC2}" destId="{A090DBE9-D8F6-4934-8913-558971E2032F}" srcOrd="4" destOrd="0" presId="urn:microsoft.com/office/officeart/2005/8/layout/orgChart1"/>
    <dgm:cxn modelId="{B9C83026-92C5-4BF0-99AE-1B1D4778F96E}" type="presParOf" srcId="{74CD8203-978E-4459-B39C-D75BDB08FDC2}" destId="{DC4EF8D7-B9D1-4E1C-8D59-B7FF1D5A7A95}" srcOrd="5" destOrd="0" presId="urn:microsoft.com/office/officeart/2005/8/layout/orgChart1"/>
    <dgm:cxn modelId="{C42B13F2-4D6E-4E86-8B82-BE058D2557E6}" type="presParOf" srcId="{DC4EF8D7-B9D1-4E1C-8D59-B7FF1D5A7A95}" destId="{A456FC90-F604-4CA0-930F-B9BE8FE5734D}" srcOrd="0" destOrd="0" presId="urn:microsoft.com/office/officeart/2005/8/layout/orgChart1"/>
    <dgm:cxn modelId="{217AB085-8E06-495A-9D60-8DCE9CFD76BB}" type="presParOf" srcId="{A456FC90-F604-4CA0-930F-B9BE8FE5734D}" destId="{022E063B-55AF-48D6-A0F3-6D9CFF5044E6}" srcOrd="0" destOrd="0" presId="urn:microsoft.com/office/officeart/2005/8/layout/orgChart1"/>
    <dgm:cxn modelId="{A486DE09-0B5F-4FAD-A7D0-9D5D4E379400}" type="presParOf" srcId="{A456FC90-F604-4CA0-930F-B9BE8FE5734D}" destId="{3A0A9376-DD28-4888-BD37-8EA9F5A20F70}" srcOrd="1" destOrd="0" presId="urn:microsoft.com/office/officeart/2005/8/layout/orgChart1"/>
    <dgm:cxn modelId="{31BFBC3B-39A5-4A9F-B5AC-CCB9526A95F9}" type="presParOf" srcId="{DC4EF8D7-B9D1-4E1C-8D59-B7FF1D5A7A95}" destId="{91ED2130-1419-4AFD-8180-181C34CEFDFC}" srcOrd="1" destOrd="0" presId="urn:microsoft.com/office/officeart/2005/8/layout/orgChart1"/>
    <dgm:cxn modelId="{222036A2-612B-4DD1-8FAF-70C99692B7DC}" type="presParOf" srcId="{DC4EF8D7-B9D1-4E1C-8D59-B7FF1D5A7A95}" destId="{6D514707-D2A2-4EEB-BBDE-6D6AB540CA89}" srcOrd="2" destOrd="0" presId="urn:microsoft.com/office/officeart/2005/8/layout/orgChart1"/>
    <dgm:cxn modelId="{33FC61C7-A717-4EB2-99DD-ED57E75AE078}" type="presParOf" srcId="{9219E7EC-21E8-42EE-A521-2ABD16A6E6E5}" destId="{959D1105-EAA4-4051-B9FE-F21D3FC65085}" srcOrd="2" destOrd="0" presId="urn:microsoft.com/office/officeart/2005/8/layout/orgChart1"/>
    <dgm:cxn modelId="{5BE52C73-C3D7-46BC-B15D-2A38C38E9B1B}" type="presParOf" srcId="{12A59889-326C-48E4-82B2-1538CA2956AE}" destId="{4269A991-3A83-41BA-82B3-EE51BD62E8D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rtl="0"/>
          <a:r>
            <a:rPr lang="en-US" b="1" dirty="0" smtClean="0"/>
            <a:t>See the next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b="1" kern="1200" dirty="0" smtClean="0"/>
            <a:t>11_11. </a:t>
          </a:r>
          <a:r>
            <a:rPr lang="en-US" sz="4000" kern="1200" dirty="0" smtClean="0"/>
            <a:t>Regulator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Regulator</a:t>
          </a:r>
          <a:endParaRPr lang="en-US" sz="4000" kern="1200" dirty="0"/>
        </a:p>
      </dsp:txBody>
      <dsp:txXfrm>
        <a:off x="457199" y="0"/>
        <a:ext cx="8255379" cy="9143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90DBE9-D8F6-4934-8913-558971E2032F}">
      <dsp:nvSpPr>
        <dsp:cNvPr id="0" name=""/>
        <dsp:cNvSpPr/>
      </dsp:nvSpPr>
      <dsp:spPr>
        <a:xfrm>
          <a:off x="2156578" y="1580167"/>
          <a:ext cx="195414" cy="244920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9200"/>
              </a:lnTo>
              <a:lnTo>
                <a:pt x="195414" y="244920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CDD750-E69F-45A4-B23F-8A69319AE38C}">
      <dsp:nvSpPr>
        <dsp:cNvPr id="0" name=""/>
        <dsp:cNvSpPr/>
      </dsp:nvSpPr>
      <dsp:spPr>
        <a:xfrm>
          <a:off x="2156578" y="1580167"/>
          <a:ext cx="195414" cy="15242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236"/>
              </a:lnTo>
              <a:lnTo>
                <a:pt x="195414" y="15242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0BA159-A1C5-4B2E-BCBE-9D006B89FCBA}">
      <dsp:nvSpPr>
        <dsp:cNvPr id="0" name=""/>
        <dsp:cNvSpPr/>
      </dsp:nvSpPr>
      <dsp:spPr>
        <a:xfrm>
          <a:off x="2156578" y="1580167"/>
          <a:ext cx="195414" cy="5992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272"/>
              </a:lnTo>
              <a:lnTo>
                <a:pt x="195414" y="5992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E62E66-4539-4935-A390-FD55EFACFE82}">
      <dsp:nvSpPr>
        <dsp:cNvPr id="0" name=""/>
        <dsp:cNvSpPr/>
      </dsp:nvSpPr>
      <dsp:spPr>
        <a:xfrm>
          <a:off x="1889511" y="655203"/>
          <a:ext cx="788173" cy="2735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790"/>
              </a:lnTo>
              <a:lnTo>
                <a:pt x="788173" y="136790"/>
              </a:lnTo>
              <a:lnTo>
                <a:pt x="788173" y="2735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EB80A0E-295C-4BF3-BB45-CC7F97230D97}">
      <dsp:nvSpPr>
        <dsp:cNvPr id="0" name=""/>
        <dsp:cNvSpPr/>
      </dsp:nvSpPr>
      <dsp:spPr>
        <a:xfrm>
          <a:off x="580231" y="1580167"/>
          <a:ext cx="195414" cy="15242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24236"/>
              </a:lnTo>
              <a:lnTo>
                <a:pt x="195414" y="152423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1E0C64-1A5F-4A4D-BAD8-A12AEBAC044B}">
      <dsp:nvSpPr>
        <dsp:cNvPr id="0" name=""/>
        <dsp:cNvSpPr/>
      </dsp:nvSpPr>
      <dsp:spPr>
        <a:xfrm>
          <a:off x="580231" y="1580167"/>
          <a:ext cx="195414" cy="5992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99272"/>
              </a:lnTo>
              <a:lnTo>
                <a:pt x="195414" y="599272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023C37-9FF4-43F5-AB56-BF4097FF7A3C}">
      <dsp:nvSpPr>
        <dsp:cNvPr id="0" name=""/>
        <dsp:cNvSpPr/>
      </dsp:nvSpPr>
      <dsp:spPr>
        <a:xfrm>
          <a:off x="1101338" y="655203"/>
          <a:ext cx="788173" cy="273580"/>
        </a:xfrm>
        <a:custGeom>
          <a:avLst/>
          <a:gdLst/>
          <a:ahLst/>
          <a:cxnLst/>
          <a:rect l="0" t="0" r="0" b="0"/>
          <a:pathLst>
            <a:path>
              <a:moveTo>
                <a:pt x="788173" y="0"/>
              </a:moveTo>
              <a:lnTo>
                <a:pt x="788173" y="136790"/>
              </a:lnTo>
              <a:lnTo>
                <a:pt x="0" y="136790"/>
              </a:lnTo>
              <a:lnTo>
                <a:pt x="0" y="27358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F71C2A-B896-48B0-AD9C-76478459FD76}">
      <dsp:nvSpPr>
        <dsp:cNvPr id="0" name=""/>
        <dsp:cNvSpPr/>
      </dsp:nvSpPr>
      <dsp:spPr>
        <a:xfrm>
          <a:off x="673093" y="3820"/>
          <a:ext cx="2432837" cy="651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Voltage Regulator</a:t>
          </a:r>
          <a:endParaRPr lang="en-US" sz="2200" kern="1200" dirty="0"/>
        </a:p>
      </dsp:txBody>
      <dsp:txXfrm>
        <a:off x="673093" y="3820"/>
        <a:ext cx="2432837" cy="651382"/>
      </dsp:txXfrm>
    </dsp:sp>
    <dsp:sp modelId="{A38447EF-7F1B-4BFE-8777-AB3162E55BEF}">
      <dsp:nvSpPr>
        <dsp:cNvPr id="0" name=""/>
        <dsp:cNvSpPr/>
      </dsp:nvSpPr>
      <dsp:spPr>
        <a:xfrm>
          <a:off x="449955" y="928784"/>
          <a:ext cx="1302765" cy="651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Linier Regulator</a:t>
          </a:r>
          <a:endParaRPr lang="en-US" sz="2200" kern="1200" dirty="0"/>
        </a:p>
      </dsp:txBody>
      <dsp:txXfrm>
        <a:off x="449955" y="928784"/>
        <a:ext cx="1302765" cy="651382"/>
      </dsp:txXfrm>
    </dsp:sp>
    <dsp:sp modelId="{DBC7353B-522D-4E93-95C1-AEC582DB42B1}">
      <dsp:nvSpPr>
        <dsp:cNvPr id="0" name=""/>
        <dsp:cNvSpPr/>
      </dsp:nvSpPr>
      <dsp:spPr>
        <a:xfrm>
          <a:off x="775646" y="1853748"/>
          <a:ext cx="1302765" cy="651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Seri</a:t>
          </a:r>
          <a:endParaRPr lang="en-US" sz="2200" kern="1200" dirty="0"/>
        </a:p>
      </dsp:txBody>
      <dsp:txXfrm>
        <a:off x="775646" y="1853748"/>
        <a:ext cx="1302765" cy="651382"/>
      </dsp:txXfrm>
    </dsp:sp>
    <dsp:sp modelId="{998424DD-BE91-4E7C-BF61-A99428CA5CFD}">
      <dsp:nvSpPr>
        <dsp:cNvPr id="0" name=""/>
        <dsp:cNvSpPr/>
      </dsp:nvSpPr>
      <dsp:spPr>
        <a:xfrm>
          <a:off x="775646" y="2778711"/>
          <a:ext cx="1302765" cy="651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 smtClean="0"/>
            <a:t>Paralel</a:t>
          </a:r>
          <a:endParaRPr lang="en-US" sz="2200" kern="1200" dirty="0"/>
        </a:p>
      </dsp:txBody>
      <dsp:txXfrm>
        <a:off x="775646" y="2778711"/>
        <a:ext cx="1302765" cy="651382"/>
      </dsp:txXfrm>
    </dsp:sp>
    <dsp:sp modelId="{E03A865B-ACB1-413F-A782-9F475D0AF570}">
      <dsp:nvSpPr>
        <dsp:cNvPr id="0" name=""/>
        <dsp:cNvSpPr/>
      </dsp:nvSpPr>
      <dsp:spPr>
        <a:xfrm>
          <a:off x="2026302" y="928784"/>
          <a:ext cx="1302765" cy="651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Switching Regulator</a:t>
          </a:r>
          <a:endParaRPr lang="en-US" sz="2200" kern="1200" dirty="0"/>
        </a:p>
      </dsp:txBody>
      <dsp:txXfrm>
        <a:off x="2026302" y="928784"/>
        <a:ext cx="1302765" cy="651382"/>
      </dsp:txXfrm>
    </dsp:sp>
    <dsp:sp modelId="{2D893195-4B00-4F77-8904-AA53F04A5D6D}">
      <dsp:nvSpPr>
        <dsp:cNvPr id="0" name=""/>
        <dsp:cNvSpPr/>
      </dsp:nvSpPr>
      <dsp:spPr>
        <a:xfrm>
          <a:off x="2351993" y="1853748"/>
          <a:ext cx="1302765" cy="651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Step Up</a:t>
          </a:r>
          <a:endParaRPr lang="en-US" sz="2200" kern="1200" dirty="0"/>
        </a:p>
      </dsp:txBody>
      <dsp:txXfrm>
        <a:off x="2351993" y="1853748"/>
        <a:ext cx="1302765" cy="651382"/>
      </dsp:txXfrm>
    </dsp:sp>
    <dsp:sp modelId="{6523E4F5-6871-4774-97F9-79EA6FF4A85A}">
      <dsp:nvSpPr>
        <dsp:cNvPr id="0" name=""/>
        <dsp:cNvSpPr/>
      </dsp:nvSpPr>
      <dsp:spPr>
        <a:xfrm>
          <a:off x="2351993" y="2778711"/>
          <a:ext cx="1302765" cy="651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Step Down</a:t>
          </a:r>
          <a:endParaRPr lang="en-US" sz="2200" kern="1200" dirty="0"/>
        </a:p>
      </dsp:txBody>
      <dsp:txXfrm>
        <a:off x="2351993" y="2778711"/>
        <a:ext cx="1302765" cy="651382"/>
      </dsp:txXfrm>
    </dsp:sp>
    <dsp:sp modelId="{022E063B-55AF-48D6-A0F3-6D9CFF5044E6}">
      <dsp:nvSpPr>
        <dsp:cNvPr id="0" name=""/>
        <dsp:cNvSpPr/>
      </dsp:nvSpPr>
      <dsp:spPr>
        <a:xfrm>
          <a:off x="2351993" y="3703675"/>
          <a:ext cx="1302765" cy="65138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Inverting</a:t>
          </a:r>
          <a:endParaRPr lang="en-US" sz="2200" kern="1200" dirty="0"/>
        </a:p>
      </dsp:txBody>
      <dsp:txXfrm>
        <a:off x="2351993" y="3703675"/>
        <a:ext cx="1302765" cy="6513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7772400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ctr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smtClean="0"/>
            <a:t>See the next</a:t>
          </a:r>
          <a:endParaRPr lang="en-US" sz="4200" kern="1200" dirty="0"/>
        </a:p>
      </dsp:txBody>
      <dsp:txXfrm>
        <a:off x="457199" y="0"/>
        <a:ext cx="7772400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</a:p>
          <a:p>
            <a:endParaRPr lang="en-US" dirty="0" smtClean="0"/>
          </a:p>
          <a:p>
            <a:r>
              <a:rPr lang="en-US" dirty="0" smtClean="0"/>
              <a:t>https://ocw.mit.edu/ans7870/RES/RES.6-010/MITRES_6-010S13_comchaptrs.pdf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https://unacademy.com/lesson/low-frequency-analysis-of-bjt-amplifier/5TUKWO6Z</a:t>
            </a:r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412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 Vin </a:t>
            </a:r>
            <a:r>
              <a:rPr lang="en-US" dirty="0" err="1" smtClean="0"/>
              <a:t>turun</a:t>
            </a:r>
            <a:r>
              <a:rPr lang="en-US" dirty="0" smtClean="0"/>
              <a:t> </a:t>
            </a:r>
            <a:r>
              <a:rPr lang="en-US" dirty="0" err="1" smtClean="0"/>
              <a:t>cenderung</a:t>
            </a:r>
            <a:r>
              <a:rPr lang="en-US" dirty="0" smtClean="0"/>
              <a:t> Vo </a:t>
            </a:r>
            <a:r>
              <a:rPr lang="en-US" dirty="0" err="1" smtClean="0"/>
              <a:t>turun</a:t>
            </a:r>
            <a:r>
              <a:rPr lang="en-US" dirty="0" smtClean="0"/>
              <a:t>, </a:t>
            </a:r>
            <a:r>
              <a:rPr lang="en-US" dirty="0" err="1" smtClean="0"/>
              <a:t>Vout</a:t>
            </a:r>
            <a:r>
              <a:rPr lang="en-US" dirty="0" smtClean="0"/>
              <a:t> </a:t>
            </a:r>
            <a:r>
              <a:rPr lang="en-US" dirty="0" err="1" smtClean="0"/>
              <a:t>turun</a:t>
            </a:r>
            <a:r>
              <a:rPr lang="en-US" dirty="0" smtClean="0"/>
              <a:t> </a:t>
            </a:r>
            <a:r>
              <a:rPr lang="en-US" dirty="0" err="1" smtClean="0"/>
              <a:t>dngn</a:t>
            </a:r>
            <a:r>
              <a:rPr lang="en-US" dirty="0" smtClean="0"/>
              <a:t> </a:t>
            </a:r>
            <a:r>
              <a:rPr lang="en-US" dirty="0" err="1" smtClean="0"/>
              <a:t>Vz</a:t>
            </a:r>
            <a:r>
              <a:rPr lang="en-US" dirty="0" smtClean="0"/>
              <a:t> </a:t>
            </a:r>
            <a:r>
              <a:rPr lang="en-US" dirty="0" err="1" smtClean="0"/>
              <a:t>tetap</a:t>
            </a:r>
            <a:r>
              <a:rPr lang="en-US" dirty="0" smtClean="0"/>
              <a:t> </a:t>
            </a:r>
            <a:r>
              <a:rPr lang="en-US" dirty="0" err="1" smtClean="0"/>
              <a:t>maka</a:t>
            </a:r>
            <a:r>
              <a:rPr lang="en-US" dirty="0" smtClean="0"/>
              <a:t> VBE </a:t>
            </a:r>
            <a:r>
              <a:rPr lang="en-US" dirty="0" err="1" smtClean="0"/>
              <a:t>besar</a:t>
            </a:r>
            <a:r>
              <a:rPr lang="en-US" dirty="0" smtClean="0"/>
              <a:t> (</a:t>
            </a:r>
            <a:r>
              <a:rPr lang="en-US" dirty="0" err="1" smtClean="0"/>
              <a:t>aktif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menghantar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arus</a:t>
            </a:r>
            <a:r>
              <a:rPr lang="en-US" baseline="0" dirty="0" smtClean="0"/>
              <a:t>) </a:t>
            </a:r>
            <a:r>
              <a:rPr lang="en-US" baseline="0" dirty="0" err="1" smtClean="0"/>
              <a:t>maka</a:t>
            </a:r>
            <a:r>
              <a:rPr lang="en-US" baseline="0" dirty="0" smtClean="0"/>
              <a:t> VCE </a:t>
            </a:r>
            <a:r>
              <a:rPr lang="en-US" baseline="0" dirty="0" err="1" smtClean="0"/>
              <a:t>kecil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sehingga</a:t>
            </a:r>
            <a:r>
              <a:rPr lang="en-US" baseline="0" dirty="0" smtClean="0"/>
              <a:t> Vo </a:t>
            </a:r>
            <a:r>
              <a:rPr lang="en-US" baseline="0" dirty="0" err="1" smtClean="0"/>
              <a:t>distabilkan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mnjdi</a:t>
            </a:r>
            <a:r>
              <a:rPr lang="en-US" baseline="0" dirty="0" smtClean="0"/>
              <a:t> </a:t>
            </a:r>
            <a:r>
              <a:rPr lang="en-US" baseline="0" dirty="0" err="1" smtClean="0"/>
              <a:t>naik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50E58C-3BC4-4C4D-8AAF-0926B6451F2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459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50E58C-3BC4-4C4D-8AAF-0926B6451F2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612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- </a:t>
            </a:r>
            <a:r>
              <a:rPr lang="en-US" dirty="0" err="1" smtClean="0"/>
              <a:t>Saat</a:t>
            </a:r>
            <a:r>
              <a:rPr lang="en-US" baseline="0" dirty="0" smtClean="0"/>
              <a:t> Vo </a:t>
            </a:r>
            <a:r>
              <a:rPr lang="en-US" baseline="0" dirty="0" err="1" smtClean="0"/>
              <a:t>turun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maka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dgn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Vz</a:t>
            </a:r>
            <a:r>
              <a:rPr lang="en-US" baseline="0" dirty="0" smtClean="0"/>
              <a:t> </a:t>
            </a:r>
            <a:r>
              <a:rPr lang="en-US" baseline="0" dirty="0" err="1" smtClean="0"/>
              <a:t>tetap</a:t>
            </a:r>
            <a:r>
              <a:rPr lang="en-US" baseline="0" dirty="0" smtClean="0"/>
              <a:t> VBE </a:t>
            </a:r>
            <a:r>
              <a:rPr lang="en-US" baseline="0" dirty="0" err="1" smtClean="0"/>
              <a:t>turun</a:t>
            </a:r>
            <a:r>
              <a:rPr lang="en-US" baseline="0" dirty="0" smtClean="0"/>
              <a:t> (</a:t>
            </a:r>
            <a:r>
              <a:rPr lang="en-US" baseline="0" dirty="0" err="1" smtClean="0"/>
              <a:t>tdk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menghantar</a:t>
            </a:r>
            <a:r>
              <a:rPr lang="en-US" baseline="0" dirty="0" smtClean="0"/>
              <a:t>) </a:t>
            </a:r>
            <a:r>
              <a:rPr lang="en-US" baseline="0" dirty="0" err="1" smtClean="0"/>
              <a:t>arus</a:t>
            </a:r>
            <a:r>
              <a:rPr lang="en-US" baseline="0" dirty="0" smtClean="0"/>
              <a:t> IC </a:t>
            </a:r>
            <a:r>
              <a:rPr lang="en-US" baseline="0" dirty="0" err="1" smtClean="0"/>
              <a:t>kecil</a:t>
            </a:r>
            <a:r>
              <a:rPr lang="en-US" baseline="0" dirty="0" smtClean="0"/>
              <a:t> </a:t>
            </a:r>
            <a:r>
              <a:rPr lang="en-US" baseline="0" dirty="0" err="1" smtClean="0"/>
              <a:t>maka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arus</a:t>
            </a:r>
            <a:r>
              <a:rPr lang="en-US" baseline="0" dirty="0" smtClean="0"/>
              <a:t> IL </a:t>
            </a:r>
            <a:r>
              <a:rPr lang="en-US" baseline="0" dirty="0" err="1" smtClean="0"/>
              <a:t>besar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sehingga</a:t>
            </a:r>
            <a:r>
              <a:rPr lang="en-US" baseline="0" dirty="0" smtClean="0"/>
              <a:t> Vo </a:t>
            </a:r>
            <a:r>
              <a:rPr lang="en-US" baseline="0" dirty="0" err="1" smtClean="0"/>
              <a:t>berusaha</a:t>
            </a:r>
            <a:r>
              <a:rPr lang="en-US" baseline="0" dirty="0" smtClean="0"/>
              <a:t> </a:t>
            </a:r>
            <a:r>
              <a:rPr lang="en-US" baseline="0" dirty="0" err="1" smtClean="0"/>
              <a:t>dinaikkan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50E58C-3BC4-4C4D-8AAF-0926B6451F2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63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E:\Kuliah\Rangkaian </a:t>
            </a:r>
            <a:r>
              <a:rPr lang="en-US" dirty="0" err="1" smtClean="0"/>
              <a:t>Elektronika</a:t>
            </a:r>
            <a:r>
              <a:rPr lang="en-US" dirty="0" smtClean="0"/>
              <a:t> </a:t>
            </a:r>
            <a:r>
              <a:rPr lang="en-US" dirty="0" err="1" smtClean="0"/>
              <a:t>Terapan</a:t>
            </a:r>
            <a:r>
              <a:rPr lang="en-US" dirty="0" smtClean="0"/>
              <a:t>\S1_18_19\</a:t>
            </a:r>
            <a:r>
              <a:rPr lang="en-US" dirty="0" err="1" smtClean="0"/>
              <a:t>ppt</a:t>
            </a:r>
            <a:r>
              <a:rPr lang="en-US" dirty="0" smtClean="0"/>
              <a:t>\Voltage Regulator.pdf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650E58C-3BC4-4C4D-8AAF-0926B6451F2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836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https://ocw.mit.edu/courses/6-720j-integrated-microelectronic-devices-spring-2007/pages/lecture-notes/</a:t>
            </a:r>
          </a:p>
          <a:p>
            <a:endParaRPr lang="en-US" dirty="0" smtClean="0"/>
          </a:p>
          <a:p>
            <a:r>
              <a:rPr lang="en-US" dirty="0" smtClean="0"/>
              <a:t>https://ocw.mit.edu/courses/6-01sc-introduction-to-electrical-engineering-and-computer-science-i-spring-2011/resources/op-amps/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1A1DE6-A801-4746-9FC0-8352D20A310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627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Review%20Zener.ppt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zonaelektro.net/tag/rangkaian-regulator-switching/" TargetMode="External"/><Relationship Id="rId2" Type="http://schemas.openxmlformats.org/officeDocument/2006/relationships/hyperlink" Target="http://zonaelektro.net/tag/power-supplai-switching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://en.wikipedia.org/wiki/DC-to-DC_converter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 2"/>
          <p:cNvSpPr txBox="1">
            <a:spLocks/>
          </p:cNvSpPr>
          <p:nvPr/>
        </p:nvSpPr>
        <p:spPr>
          <a:xfrm>
            <a:off x="5038473" y="1264112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34110" y="395322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492444568"/>
              </p:ext>
            </p:extLst>
          </p:nvPr>
        </p:nvGraphicFramePr>
        <p:xfrm>
          <a:off x="2063476" y="3434555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6" y="3415832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Regulator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Capaian</a:t>
            </a:r>
            <a:r>
              <a:rPr lang="en-US" dirty="0" smtClean="0"/>
              <a:t> : </a:t>
            </a:r>
          </a:p>
          <a:p>
            <a:r>
              <a:rPr lang="en-US" dirty="0"/>
              <a:t> </a:t>
            </a:r>
            <a:r>
              <a:rPr lang="en-US" dirty="0" err="1" smtClean="0"/>
              <a:t>Mampu</a:t>
            </a:r>
            <a:r>
              <a:rPr lang="en-US" dirty="0" smtClean="0"/>
              <a:t> </a:t>
            </a:r>
            <a:r>
              <a:rPr lang="en-US" dirty="0" err="1" smtClean="0"/>
              <a:t>memahami</a:t>
            </a:r>
            <a:r>
              <a:rPr lang="en-US" dirty="0" smtClean="0"/>
              <a:t>, </a:t>
            </a:r>
            <a:r>
              <a:rPr lang="en-US" dirty="0" err="1" smtClean="0"/>
              <a:t>merancang</a:t>
            </a:r>
            <a:r>
              <a:rPr lang="en-US" dirty="0" smtClean="0"/>
              <a:t> regulator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7086" y="5850235"/>
            <a:ext cx="1126671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https://ocw.mit.edu/courses/6-01sc-introduction-to-electrical-engineering-and-computer-science-i-spring-2011/resources/op-amps/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838200" y="450807"/>
            <a:ext cx="9208469" cy="933122"/>
            <a:chOff x="414290" y="545481"/>
            <a:chExt cx="9208469" cy="933122"/>
          </a:xfrm>
        </p:grpSpPr>
        <p:graphicFrame>
          <p:nvGraphicFramePr>
            <p:cNvPr id="8" name="Diagram 7"/>
            <p:cNvGraphicFramePr/>
            <p:nvPr>
              <p:extLst>
                <p:ext uri="{D42A27DB-BD31-4B8C-83A1-F6EECF244321}">
                  <p14:modId xmlns:p14="http://schemas.microsoft.com/office/powerpoint/2010/main" val="3884760986"/>
                </p:ext>
              </p:extLst>
            </p:nvPr>
          </p:nvGraphicFramePr>
          <p:xfrm>
            <a:off x="414290" y="564204"/>
            <a:ext cx="8712579" cy="91439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3" r:lo="rId4" r:qs="rId5" r:cs="rId6"/>
            </a:graphicData>
          </a:graphic>
        </p:graphicFrame>
        <p:sp>
          <p:nvSpPr>
            <p:cNvPr id="9" name="Pie 8"/>
            <p:cNvSpPr/>
            <p:nvPr/>
          </p:nvSpPr>
          <p:spPr>
            <a:xfrm rot="10600249">
              <a:off x="8708360" y="545481"/>
              <a:ext cx="914399" cy="914399"/>
            </a:xfrm>
            <a:prstGeom prst="pie">
              <a:avLst>
                <a:gd name="adj1" fmla="val 5400000"/>
                <a:gd name="adj2" fmla="val 16200000"/>
              </a:avLst>
            </a:prstGeom>
            <a:solidFill>
              <a:schemeClr val="accent2"/>
            </a:solidFill>
            <a:ln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</p:sp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1214" y="5069185"/>
            <a:ext cx="2933700" cy="156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36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Pengertian</a:t>
            </a:r>
            <a:r>
              <a:rPr lang="en-US" dirty="0" smtClean="0"/>
              <a:t> </a:t>
            </a:r>
            <a:r>
              <a:rPr lang="en-US" dirty="0" err="1" smtClean="0"/>
              <a:t>Catu</a:t>
            </a:r>
            <a:r>
              <a:rPr lang="en-US" dirty="0" smtClean="0"/>
              <a:t> </a:t>
            </a:r>
            <a:r>
              <a:rPr lang="en-US" dirty="0" err="1" smtClean="0"/>
              <a:t>Daya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Catu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/</a:t>
            </a:r>
            <a:r>
              <a:rPr lang="en-US" dirty="0" smtClean="0"/>
              <a:t>Power </a:t>
            </a:r>
            <a:r>
              <a:rPr lang="en-US" dirty="0"/>
              <a:t>Supply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</a:t>
            </a:r>
            <a:r>
              <a:rPr lang="en-US" dirty="0" err="1"/>
              <a:t>piranti</a:t>
            </a:r>
            <a:r>
              <a:rPr lang="en-US" dirty="0"/>
              <a:t> yang </a:t>
            </a:r>
            <a:r>
              <a:rPr lang="en-US" dirty="0" err="1"/>
              <a:t>berguna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sumber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piranti</a:t>
            </a:r>
            <a:r>
              <a:rPr lang="en-US" dirty="0"/>
              <a:t> </a:t>
            </a:r>
            <a:r>
              <a:rPr lang="en-US" dirty="0" smtClean="0"/>
              <a:t>lain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 smtClean="0">
                <a:sym typeface="Wingdings" panose="05000000000000000000" pitchFamily="2" charset="2"/>
              </a:rPr>
              <a:t>reaksi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kimia</a:t>
            </a:r>
            <a:r>
              <a:rPr lang="en-US" dirty="0" smtClean="0">
                <a:sym typeface="Wingdings" panose="05000000000000000000" pitchFamily="2" charset="2"/>
              </a:rPr>
              <a:t>  </a:t>
            </a:r>
            <a:r>
              <a:rPr lang="en-US" dirty="0" err="1" smtClean="0">
                <a:sym typeface="Wingdings" panose="05000000000000000000" pitchFamily="2" charset="2"/>
              </a:rPr>
              <a:t>baterai</a:t>
            </a: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err="1" smtClean="0">
                <a:sym typeface="Wingdings" panose="05000000000000000000" pitchFamily="2" charset="2"/>
              </a:rPr>
              <a:t>Foton</a:t>
            </a:r>
            <a:r>
              <a:rPr lang="en-US" dirty="0" smtClean="0">
                <a:sym typeface="Wingdings" panose="05000000000000000000" pitchFamily="2" charset="2"/>
              </a:rPr>
              <a:t>  PV</a:t>
            </a:r>
          </a:p>
          <a:p>
            <a:pPr marL="0" indent="0">
              <a:buNone/>
            </a:pPr>
            <a:r>
              <a:rPr lang="en-US" dirty="0" err="1" smtClean="0">
                <a:sym typeface="Wingdings" panose="05000000000000000000" pitchFamily="2" charset="2"/>
              </a:rPr>
              <a:t>Bahan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bakar</a:t>
            </a:r>
            <a:r>
              <a:rPr lang="en-US" dirty="0" smtClean="0">
                <a:sym typeface="Wingdings" panose="05000000000000000000" pitchFamily="2" charset="2"/>
              </a:rPr>
              <a:t>-air </a:t>
            </a:r>
            <a:r>
              <a:rPr lang="en-US" dirty="0" err="1" smtClean="0">
                <a:sym typeface="Wingdings" panose="05000000000000000000" pitchFamily="2" charset="2"/>
              </a:rPr>
              <a:t>terjun</a:t>
            </a:r>
            <a:r>
              <a:rPr lang="en-US" dirty="0" smtClean="0">
                <a:sym typeface="Wingdings" panose="05000000000000000000" pitchFamily="2" charset="2"/>
              </a:rPr>
              <a:t>  generator DC </a:t>
            </a:r>
            <a:r>
              <a:rPr lang="en-US" dirty="0" err="1" smtClean="0">
                <a:sym typeface="Wingdings" panose="05000000000000000000" pitchFamily="2" charset="2"/>
              </a:rPr>
              <a:t>dan</a:t>
            </a:r>
            <a:r>
              <a:rPr lang="en-US" dirty="0" smtClean="0">
                <a:sym typeface="Wingdings" panose="05000000000000000000" pitchFamily="2" charset="2"/>
              </a:rPr>
              <a:t> ac</a:t>
            </a: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Gas hydrogen </a:t>
            </a:r>
            <a:r>
              <a:rPr lang="en-US" dirty="0" err="1" smtClean="0">
                <a:sym typeface="Wingdings" panose="05000000000000000000" pitchFamily="2" charset="2"/>
              </a:rPr>
              <a:t>dan</a:t>
            </a:r>
            <a:r>
              <a:rPr lang="en-US" dirty="0" smtClean="0">
                <a:sym typeface="Wingdings" panose="05000000000000000000" pitchFamily="2" charset="2"/>
              </a:rPr>
              <a:t> </a:t>
            </a:r>
            <a:r>
              <a:rPr lang="en-US" dirty="0" err="1" smtClean="0">
                <a:sym typeface="Wingdings" panose="05000000000000000000" pitchFamily="2" charset="2"/>
              </a:rPr>
              <a:t>oksigen</a:t>
            </a:r>
            <a:r>
              <a:rPr lang="en-US" dirty="0" smtClean="0">
                <a:sym typeface="Wingdings" panose="05000000000000000000" pitchFamily="2" charset="2"/>
              </a:rPr>
              <a:t>  GGL DC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621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Blok </a:t>
            </a:r>
            <a:r>
              <a:rPr lang="en-US" dirty="0" err="1" smtClean="0"/>
              <a:t>Catu</a:t>
            </a:r>
            <a:r>
              <a:rPr lang="en-US" dirty="0" smtClean="0"/>
              <a:t> </a:t>
            </a:r>
            <a:r>
              <a:rPr lang="en-US" dirty="0" err="1" smtClean="0"/>
              <a:t>Daya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152652" y="2904649"/>
            <a:ext cx="7611035" cy="196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1485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Pengatur</a:t>
            </a:r>
            <a:r>
              <a:rPr lang="en-US" dirty="0" smtClean="0"/>
              <a:t> </a:t>
            </a:r>
            <a:r>
              <a:rPr lang="en-US" dirty="0" err="1" smtClean="0"/>
              <a:t>Tegangan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4197"/>
            <a:ext cx="10515600" cy="3263504"/>
          </a:xfrm>
        </p:spPr>
        <p:txBody>
          <a:bodyPr>
            <a:normAutofit/>
          </a:bodyPr>
          <a:lstStyle/>
          <a:p>
            <a:r>
              <a:rPr lang="en-US" sz="1800" dirty="0" err="1"/>
              <a:t>Pengatur</a:t>
            </a:r>
            <a:r>
              <a:rPr lang="en-US" sz="1800" dirty="0"/>
              <a:t> </a:t>
            </a:r>
            <a:r>
              <a:rPr lang="en-US" sz="1800" dirty="0" err="1"/>
              <a:t>tegangan</a:t>
            </a:r>
            <a:r>
              <a:rPr lang="en-US" sz="1800" dirty="0"/>
              <a:t> (voltage regulator) </a:t>
            </a:r>
            <a:r>
              <a:rPr lang="en-US" sz="1800" dirty="0" err="1"/>
              <a:t>berfungsi</a:t>
            </a:r>
            <a:r>
              <a:rPr lang="en-US" sz="1800" dirty="0"/>
              <a:t> </a:t>
            </a:r>
            <a:r>
              <a:rPr lang="en-US" sz="1800" dirty="0" err="1"/>
              <a:t>menyediakan</a:t>
            </a:r>
            <a:r>
              <a:rPr lang="en-US" sz="1800" dirty="0"/>
              <a:t> </a:t>
            </a:r>
            <a:r>
              <a:rPr lang="en-US" sz="1800" dirty="0" err="1"/>
              <a:t>suatu</a:t>
            </a:r>
            <a:r>
              <a:rPr lang="en-US" sz="1800" dirty="0"/>
              <a:t> </a:t>
            </a:r>
            <a:r>
              <a:rPr lang="en-US" sz="1800" dirty="0" err="1"/>
              <a:t>tegangan</a:t>
            </a:r>
            <a:r>
              <a:rPr lang="en-US" sz="1800" dirty="0"/>
              <a:t> </a:t>
            </a:r>
            <a:r>
              <a:rPr lang="en-US" sz="1800" dirty="0" err="1"/>
              <a:t>keluaran</a:t>
            </a:r>
            <a:r>
              <a:rPr lang="en-US" sz="1800" dirty="0"/>
              <a:t>  dc </a:t>
            </a:r>
            <a:r>
              <a:rPr lang="en-US" sz="1800" dirty="0" err="1"/>
              <a:t>tetap</a:t>
            </a:r>
            <a:r>
              <a:rPr lang="en-US" sz="1800" dirty="0"/>
              <a:t> yang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dipengaruhi</a:t>
            </a:r>
            <a:r>
              <a:rPr lang="en-US" sz="1800" dirty="0"/>
              <a:t> </a:t>
            </a:r>
            <a:r>
              <a:rPr lang="en-US" sz="1800" dirty="0" err="1"/>
              <a:t>oleh</a:t>
            </a:r>
            <a:r>
              <a:rPr lang="en-US" sz="1800" dirty="0"/>
              <a:t> </a:t>
            </a:r>
            <a:r>
              <a:rPr lang="en-US" sz="1800" dirty="0" err="1"/>
              <a:t>perubahan</a:t>
            </a:r>
            <a:r>
              <a:rPr lang="en-US" sz="1800" dirty="0"/>
              <a:t> </a:t>
            </a:r>
            <a:r>
              <a:rPr lang="en-US" sz="1800" dirty="0" err="1"/>
              <a:t>tegangan</a:t>
            </a:r>
            <a:r>
              <a:rPr lang="en-US" sz="1800" dirty="0"/>
              <a:t> </a:t>
            </a:r>
            <a:r>
              <a:rPr lang="en-US" sz="1800" dirty="0" err="1"/>
              <a:t>masukan</a:t>
            </a:r>
            <a:r>
              <a:rPr lang="en-US" sz="1800" dirty="0"/>
              <a:t>, </a:t>
            </a:r>
            <a:r>
              <a:rPr lang="en-US" sz="1800" dirty="0" err="1"/>
              <a:t>arus</a:t>
            </a:r>
            <a:r>
              <a:rPr lang="en-US" sz="1800" dirty="0"/>
              <a:t> </a:t>
            </a:r>
            <a:r>
              <a:rPr lang="en-US" sz="1800" dirty="0" err="1"/>
              <a:t>beban</a:t>
            </a:r>
            <a:r>
              <a:rPr lang="en-US" sz="1800" dirty="0"/>
              <a:t> </a:t>
            </a:r>
            <a:r>
              <a:rPr lang="en-US" sz="1800" dirty="0" err="1"/>
              <a:t>keluaran</a:t>
            </a:r>
            <a:r>
              <a:rPr lang="en-US" sz="1800" dirty="0"/>
              <a:t>,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dirty="0" err="1"/>
              <a:t>suhu</a:t>
            </a:r>
            <a:r>
              <a:rPr lang="en-US" sz="1800" dirty="0"/>
              <a:t>. </a:t>
            </a:r>
          </a:p>
          <a:p>
            <a:r>
              <a:rPr lang="en-US" sz="1800" dirty="0" err="1"/>
              <a:t>Pengatur</a:t>
            </a:r>
            <a:r>
              <a:rPr lang="en-US" sz="1800" dirty="0"/>
              <a:t> </a:t>
            </a:r>
            <a:r>
              <a:rPr lang="en-US" sz="1800" dirty="0" err="1"/>
              <a:t>tegangan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salah</a:t>
            </a:r>
            <a:r>
              <a:rPr lang="en-US" sz="1800" dirty="0"/>
              <a:t> </a:t>
            </a:r>
            <a:r>
              <a:rPr lang="en-US" sz="1800" dirty="0" err="1"/>
              <a:t>satu</a:t>
            </a:r>
            <a:r>
              <a:rPr lang="en-US" sz="1800" dirty="0"/>
              <a:t> </a:t>
            </a:r>
            <a:r>
              <a:rPr lang="en-US" sz="1800" dirty="0" err="1"/>
              <a:t>bagian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rangkaian</a:t>
            </a:r>
            <a:r>
              <a:rPr lang="en-US" sz="1800" dirty="0"/>
              <a:t> </a:t>
            </a:r>
            <a:r>
              <a:rPr lang="en-US" sz="1800" dirty="0" err="1"/>
              <a:t>catu</a:t>
            </a:r>
            <a:r>
              <a:rPr lang="en-US" sz="1800" dirty="0"/>
              <a:t> </a:t>
            </a:r>
            <a:r>
              <a:rPr lang="en-US" sz="1800" dirty="0" err="1"/>
              <a:t>daya</a:t>
            </a:r>
            <a:r>
              <a:rPr lang="en-US" sz="1800" dirty="0"/>
              <a:t> DC.</a:t>
            </a:r>
          </a:p>
        </p:txBody>
      </p:sp>
    </p:spTree>
    <p:extLst>
      <p:ext uri="{BB962C8B-B14F-4D97-AF65-F5344CB8AC3E}">
        <p14:creationId xmlns:p14="http://schemas.microsoft.com/office/powerpoint/2010/main" val="2911351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>
            <p:extLst/>
          </p:nvPr>
        </p:nvGraphicFramePr>
        <p:xfrm>
          <a:off x="4043644" y="1131095"/>
          <a:ext cx="4104715" cy="4358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00785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Regulator Seri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553" y="2200275"/>
            <a:ext cx="4864894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987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Regulator Seri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2226469"/>
            <a:ext cx="3173506" cy="3263504"/>
          </a:xfrm>
        </p:spPr>
        <p:txBody>
          <a:bodyPr>
            <a:normAutofit/>
          </a:bodyPr>
          <a:lstStyle/>
          <a:p>
            <a:r>
              <a:rPr lang="en-US" sz="1800" b="1" dirty="0">
                <a:hlinkClick r:id="rId3" action="ppaction://hlinkpres?slideindex=1&amp;slidetitle="/>
              </a:rPr>
              <a:t>Review </a:t>
            </a:r>
            <a:r>
              <a:rPr lang="en-US" sz="1800" b="1" dirty="0" err="1">
                <a:hlinkClick r:id="rId3" action="ppaction://hlinkpres?slideindex=1&amp;slidetitle="/>
              </a:rPr>
              <a:t>Dioda</a:t>
            </a:r>
            <a:r>
              <a:rPr lang="en-US" sz="1800" b="1" dirty="0">
                <a:hlinkClick r:id="rId3" action="ppaction://hlinkpres?slideindex=1&amp;slidetitle="/>
              </a:rPr>
              <a:t> Zener</a:t>
            </a:r>
            <a:endParaRPr lang="en-US" sz="1800" b="1" dirty="0"/>
          </a:p>
          <a:p>
            <a:r>
              <a:rPr lang="en-US" sz="1800" b="1" dirty="0" err="1"/>
              <a:t>V</a:t>
            </a:r>
            <a:r>
              <a:rPr lang="en-US" sz="1800" b="1" baseline="-25000" dirty="0" err="1"/>
              <a:t>out</a:t>
            </a:r>
            <a:r>
              <a:rPr lang="en-US" sz="1800" b="1" dirty="0"/>
              <a:t> = V</a:t>
            </a:r>
            <a:r>
              <a:rPr lang="en-US" sz="1800" b="1" baseline="-25000" dirty="0"/>
              <a:t>Z</a:t>
            </a:r>
            <a:r>
              <a:rPr lang="en-US" sz="1800" b="1" dirty="0"/>
              <a:t> – V</a:t>
            </a:r>
            <a:r>
              <a:rPr lang="en-US" sz="1800" b="1" baseline="-25000" dirty="0"/>
              <a:t>BE </a:t>
            </a:r>
          </a:p>
          <a:p>
            <a:pPr marL="0" indent="0">
              <a:buNone/>
            </a:pPr>
            <a:r>
              <a:rPr lang="en-US" sz="1800" dirty="0" err="1"/>
              <a:t>abaikan</a:t>
            </a:r>
            <a:r>
              <a:rPr lang="en-US" sz="1800" dirty="0"/>
              <a:t> </a:t>
            </a:r>
            <a:r>
              <a:rPr lang="en-US" sz="1800" dirty="0" err="1"/>
              <a:t>arus</a:t>
            </a:r>
            <a:r>
              <a:rPr lang="en-US" sz="1800" dirty="0"/>
              <a:t> I</a:t>
            </a:r>
            <a:r>
              <a:rPr lang="en-US" sz="1800" baseline="-25000" dirty="0"/>
              <a:t>B</a:t>
            </a:r>
            <a:r>
              <a:rPr lang="en-US" sz="1800" dirty="0"/>
              <a:t> , </a:t>
            </a:r>
            <a:r>
              <a:rPr lang="en-US" sz="1800" dirty="0" err="1"/>
              <a:t>maka</a:t>
            </a:r>
            <a:r>
              <a:rPr lang="en-US" sz="1800" dirty="0"/>
              <a:t>:</a:t>
            </a:r>
          </a:p>
          <a:p>
            <a:r>
              <a:rPr lang="en-US" sz="1800" b="1" dirty="0"/>
              <a:t>R2 = (V</a:t>
            </a:r>
            <a:r>
              <a:rPr lang="en-US" sz="1800" b="1" baseline="-25000" dirty="0"/>
              <a:t>in</a:t>
            </a:r>
            <a:r>
              <a:rPr lang="en-US" sz="1800" b="1" dirty="0"/>
              <a:t> – </a:t>
            </a:r>
            <a:r>
              <a:rPr lang="en-US" sz="1800" b="1" dirty="0" err="1"/>
              <a:t>V</a:t>
            </a:r>
            <a:r>
              <a:rPr lang="en-US" sz="1800" b="1" baseline="-25000" dirty="0" err="1"/>
              <a:t>z</a:t>
            </a:r>
            <a:r>
              <a:rPr lang="en-US" sz="1800" b="1" dirty="0"/>
              <a:t>)/</a:t>
            </a:r>
            <a:r>
              <a:rPr lang="en-US" sz="1800" b="1" dirty="0" err="1"/>
              <a:t>I</a:t>
            </a:r>
            <a:r>
              <a:rPr lang="en-US" sz="1800" b="1" baseline="-25000" dirty="0" err="1"/>
              <a:t>z</a:t>
            </a:r>
            <a:r>
              <a:rPr lang="en-US" sz="1800" b="1" baseline="-25000" dirty="0"/>
              <a:t> </a:t>
            </a:r>
          </a:p>
          <a:p>
            <a:endParaRPr lang="en-US" sz="1800" b="1" baseline="-25000" dirty="0"/>
          </a:p>
          <a:p>
            <a:pPr marL="0" indent="0">
              <a:buNone/>
            </a:pPr>
            <a:r>
              <a:rPr lang="en-US" sz="1800" b="1" baseline="-25000" dirty="0" err="1"/>
              <a:t>Iz</a:t>
            </a:r>
            <a:r>
              <a:rPr lang="en-US" sz="1800" b="1" baseline="-25000" dirty="0"/>
              <a:t> </a:t>
            </a:r>
            <a:r>
              <a:rPr lang="en-US" sz="1800" b="1" baseline="-25000" dirty="0" err="1"/>
              <a:t>arus</a:t>
            </a:r>
            <a:r>
              <a:rPr lang="en-US" sz="1800" b="1" baseline="-25000" dirty="0"/>
              <a:t> minimum = 20mA</a:t>
            </a:r>
            <a:endParaRPr lang="en-US" sz="1800" dirty="0"/>
          </a:p>
        </p:txBody>
      </p:sp>
      <p:pic>
        <p:nvPicPr>
          <p:cNvPr id="4" name="Picture 3" descr="https://electroniclib.files.wordpress.com/2010/01/21.jpg?w=510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771" y="1987645"/>
            <a:ext cx="3515565" cy="350232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8513109" y="2491068"/>
            <a:ext cx="128083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Elemen</a:t>
            </a:r>
            <a:r>
              <a:rPr lang="en-US" sz="1350" dirty="0"/>
              <a:t> </a:t>
            </a:r>
            <a:r>
              <a:rPr lang="en-US" sz="1350" dirty="0" err="1"/>
              <a:t>kontrol</a:t>
            </a:r>
            <a:endParaRPr lang="en-US" sz="1350" dirty="0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flipH="1">
            <a:off x="7716371" y="2641109"/>
            <a:ext cx="796738" cy="586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781551" y="4871198"/>
            <a:ext cx="141194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 err="1"/>
              <a:t>Rangkaian</a:t>
            </a:r>
            <a:r>
              <a:rPr lang="en-US" sz="1350" dirty="0"/>
              <a:t> </a:t>
            </a:r>
            <a:r>
              <a:rPr lang="en-US" sz="1350" dirty="0" err="1"/>
              <a:t>pembanding</a:t>
            </a:r>
            <a:endParaRPr lang="en-US" sz="1350" dirty="0"/>
          </a:p>
        </p:txBody>
      </p:sp>
      <p:cxnSp>
        <p:nvCxnSpPr>
          <p:cNvPr id="11" name="Straight Arrow Connector 10"/>
          <p:cNvCxnSpPr>
            <a:stCxn id="9" idx="0"/>
          </p:cNvCxnSpPr>
          <p:nvPr/>
        </p:nvCxnSpPr>
        <p:spPr>
          <a:xfrm flipV="1">
            <a:off x="5487522" y="4185397"/>
            <a:ext cx="917761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73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577" y="1955857"/>
            <a:ext cx="6731908" cy="275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068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Op-Amp</a:t>
            </a:r>
            <a:endParaRPr lang="en-US" dirty="0"/>
          </a:p>
        </p:txBody>
      </p:sp>
      <p:pic>
        <p:nvPicPr>
          <p:cNvPr id="4" name="Picture 3" descr="https://electroniclib.files.wordpress.com/2010/01/31.jpg?w=510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265" y="1628181"/>
            <a:ext cx="4840942" cy="38828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2537709" y="2655127"/>
            <a:ext cx="198009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b="1" dirty="0" err="1"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</a:t>
            </a:r>
            <a:r>
              <a:rPr lang="en-US" sz="1350" b="1" baseline="-25000" dirty="0" err="1"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out</a:t>
            </a:r>
            <a:r>
              <a:rPr lang="en-US" sz="1350" b="1" baseline="-25000" dirty="0"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r>
              <a:rPr lang="en-US" sz="1350" b="1" dirty="0"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= ( (R1+R2)/R2) </a:t>
            </a:r>
            <a:r>
              <a:rPr lang="en-US" sz="1350" b="1" dirty="0" err="1"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</a:t>
            </a:r>
            <a:r>
              <a:rPr lang="en-US" sz="1350" b="1" baseline="-25000" dirty="0" err="1">
                <a:latin typeface="Cambria" panose="02040503050406030204" pitchFamily="18" charset="0"/>
                <a:ea typeface="Calibri" panose="020F0502020204030204" pitchFamily="34" charset="0"/>
                <a:cs typeface="Arial" panose="020B0604020202020204" pitchFamily="34" charset="0"/>
              </a:rPr>
              <a:t>z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678981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277" y="1760255"/>
            <a:ext cx="5833747" cy="319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352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Regulator </a:t>
            </a:r>
            <a:r>
              <a:rPr lang="en-US" dirty="0" err="1" smtClean="0"/>
              <a:t>Paralel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287" y="2125268"/>
            <a:ext cx="5512888" cy="293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7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Regulator </a:t>
            </a:r>
            <a:r>
              <a:rPr lang="en-US" dirty="0" err="1" smtClean="0"/>
              <a:t>Paralel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26469"/>
            <a:ext cx="4508127" cy="3263504"/>
          </a:xfrm>
        </p:spPr>
        <p:txBody>
          <a:bodyPr>
            <a:normAutofit/>
          </a:bodyPr>
          <a:lstStyle/>
          <a:p>
            <a:r>
              <a:rPr lang="en-US" sz="1800" b="1" dirty="0" err="1"/>
              <a:t>Vout</a:t>
            </a:r>
            <a:r>
              <a:rPr lang="en-US" sz="1800" b="1" dirty="0"/>
              <a:t> = </a:t>
            </a:r>
            <a:r>
              <a:rPr lang="en-US" sz="1800" b="1" dirty="0" err="1"/>
              <a:t>Vz</a:t>
            </a:r>
            <a:endParaRPr lang="en-US" sz="1800" b="1" dirty="0"/>
          </a:p>
          <a:p>
            <a:r>
              <a:rPr lang="en-US" sz="1800" dirty="0" err="1"/>
              <a:t>salah</a:t>
            </a:r>
            <a:r>
              <a:rPr lang="en-US" sz="1800" dirty="0"/>
              <a:t> </a:t>
            </a:r>
            <a:r>
              <a:rPr lang="en-US" sz="1800" dirty="0" err="1"/>
              <a:t>satu</a:t>
            </a:r>
            <a:r>
              <a:rPr lang="en-US" sz="1800" dirty="0"/>
              <a:t> </a:t>
            </a:r>
            <a:r>
              <a:rPr lang="en-US" sz="1800" dirty="0" err="1"/>
              <a:t>ciri</a:t>
            </a:r>
            <a:r>
              <a:rPr lang="en-US" sz="1800" dirty="0"/>
              <a:t> </a:t>
            </a:r>
            <a:r>
              <a:rPr lang="en-US" sz="1800" dirty="0" err="1"/>
              <a:t>khasnya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komponen</a:t>
            </a:r>
            <a:r>
              <a:rPr lang="en-US" sz="1800" dirty="0"/>
              <a:t> regulator yang </a:t>
            </a:r>
            <a:r>
              <a:rPr lang="en-US" sz="1800" dirty="0" err="1"/>
              <a:t>paralel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beban</a:t>
            </a:r>
            <a:r>
              <a:rPr lang="en-US" sz="1800" dirty="0"/>
              <a:t>.  </a:t>
            </a:r>
          </a:p>
          <a:p>
            <a:r>
              <a:rPr lang="en-US" sz="1800" dirty="0" err="1"/>
              <a:t>Ciri</a:t>
            </a:r>
            <a:r>
              <a:rPr lang="en-US" sz="1800" dirty="0"/>
              <a:t> lain </a:t>
            </a:r>
            <a:r>
              <a:rPr lang="en-US" sz="1800" dirty="0" err="1"/>
              <a:t>dari</a:t>
            </a:r>
            <a:r>
              <a:rPr lang="en-US" sz="1800" dirty="0"/>
              <a:t> shunt regulator </a:t>
            </a:r>
            <a:r>
              <a:rPr lang="en-US" sz="1800" dirty="0" err="1"/>
              <a:t>adalah</a:t>
            </a:r>
            <a:r>
              <a:rPr lang="en-US" sz="1800" dirty="0"/>
              <a:t>, </a:t>
            </a:r>
            <a:r>
              <a:rPr lang="en-US" sz="1800" dirty="0" err="1"/>
              <a:t>rentan</a:t>
            </a:r>
            <a:r>
              <a:rPr lang="en-US" sz="1800" dirty="0"/>
              <a:t> </a:t>
            </a:r>
            <a:r>
              <a:rPr lang="en-US" sz="1800" dirty="0" err="1"/>
              <a:t>terhadap</a:t>
            </a:r>
            <a:r>
              <a:rPr lang="en-US" sz="1800" dirty="0"/>
              <a:t> </a:t>
            </a:r>
            <a:r>
              <a:rPr lang="en-US" sz="1800" i="1" dirty="0"/>
              <a:t>short-circuit</a:t>
            </a:r>
            <a:r>
              <a:rPr lang="en-US" sz="1800" dirty="0"/>
              <a:t>. </a:t>
            </a:r>
            <a:r>
              <a:rPr lang="en-US" sz="1800" dirty="0" err="1"/>
              <a:t>Perhatikan</a:t>
            </a:r>
            <a:r>
              <a:rPr lang="en-US" sz="1800" dirty="0"/>
              <a:t>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Vout</a:t>
            </a:r>
            <a:r>
              <a:rPr lang="en-US" sz="1800" dirty="0"/>
              <a:t> </a:t>
            </a:r>
            <a:r>
              <a:rPr lang="en-US" sz="1800" dirty="0" err="1"/>
              <a:t>terhubung</a:t>
            </a:r>
            <a:r>
              <a:rPr lang="en-US" sz="1800" dirty="0"/>
              <a:t> </a:t>
            </a:r>
            <a:r>
              <a:rPr lang="en-US" sz="1800" dirty="0" err="1"/>
              <a:t>singkat</a:t>
            </a:r>
            <a:r>
              <a:rPr lang="en-US" sz="1800" dirty="0"/>
              <a:t> (</a:t>
            </a:r>
            <a:r>
              <a:rPr lang="en-US" sz="1800" i="1" dirty="0"/>
              <a:t>short-circuit</a:t>
            </a:r>
            <a:r>
              <a:rPr lang="en-US" sz="1800" dirty="0"/>
              <a:t>) </a:t>
            </a:r>
            <a:r>
              <a:rPr lang="en-US" sz="1800" dirty="0" err="1"/>
              <a:t>maka</a:t>
            </a:r>
            <a:r>
              <a:rPr lang="en-US" sz="1800" dirty="0"/>
              <a:t> </a:t>
            </a:r>
            <a:r>
              <a:rPr lang="en-US" sz="1800" dirty="0" err="1"/>
              <a:t>arusnya</a:t>
            </a:r>
            <a:r>
              <a:rPr lang="en-US" sz="1800" dirty="0"/>
              <a:t> </a:t>
            </a:r>
            <a:r>
              <a:rPr lang="en-US" sz="1800" dirty="0" err="1"/>
              <a:t>tetap</a:t>
            </a:r>
            <a:r>
              <a:rPr lang="en-US" sz="1800" dirty="0"/>
              <a:t> I = Vin/R1</a:t>
            </a:r>
          </a:p>
        </p:txBody>
      </p:sp>
      <p:pic>
        <p:nvPicPr>
          <p:cNvPr id="4" name="Picture 3" descr="https://electroniclib.files.wordpress.com/2010/01/11.jpg?w=510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1234" y="2226470"/>
            <a:ext cx="2521535" cy="31187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65094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538" y="1852613"/>
            <a:ext cx="6253648" cy="2945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63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069" y="1555807"/>
            <a:ext cx="6930654" cy="393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6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7379" y="1628180"/>
            <a:ext cx="7262460" cy="3507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549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Switching Regulator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/>
              <a:t>Switching power supply</a:t>
            </a:r>
            <a:r>
              <a:rPr lang="en-US" sz="1800" dirty="0"/>
              <a:t> </a:t>
            </a:r>
            <a:r>
              <a:rPr lang="en-US" sz="1800" dirty="0" err="1"/>
              <a:t>merupakan</a:t>
            </a:r>
            <a:r>
              <a:rPr lang="en-US" sz="1800" dirty="0"/>
              <a:t> </a:t>
            </a:r>
            <a:r>
              <a:rPr lang="en-US" sz="1800" dirty="0" err="1"/>
              <a:t>sebuah</a:t>
            </a:r>
            <a:r>
              <a:rPr lang="en-US" sz="1800" dirty="0"/>
              <a:t> </a:t>
            </a:r>
            <a:r>
              <a:rPr lang="en-US" sz="1800" dirty="0" err="1"/>
              <a:t>disain</a:t>
            </a:r>
            <a:r>
              <a:rPr lang="en-US" sz="1800" dirty="0"/>
              <a:t> power supply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efisiensi</a:t>
            </a:r>
            <a:r>
              <a:rPr lang="en-US" sz="1800" dirty="0"/>
              <a:t> </a:t>
            </a:r>
            <a:r>
              <a:rPr lang="en-US" sz="1800" dirty="0" err="1"/>
              <a:t>daya</a:t>
            </a:r>
            <a:r>
              <a:rPr lang="en-US" sz="1800" dirty="0"/>
              <a:t> yang </a:t>
            </a:r>
            <a:r>
              <a:rPr lang="en-US" sz="1800" dirty="0" err="1"/>
              <a:t>baik</a:t>
            </a:r>
            <a:endParaRPr lang="en-US" sz="1800" dirty="0"/>
          </a:p>
          <a:p>
            <a:r>
              <a:rPr lang="en-US" sz="1800" dirty="0" err="1"/>
              <a:t>Kelebihan</a:t>
            </a:r>
            <a:r>
              <a:rPr lang="en-US" sz="1800" dirty="0"/>
              <a:t> </a:t>
            </a:r>
            <a:r>
              <a:rPr lang="en-US" sz="1800" dirty="0">
                <a:hlinkClick r:id="rId2" tooltip="View all posts in power supplai switching"/>
              </a:rPr>
              <a:t>power supply switching</a:t>
            </a:r>
            <a:r>
              <a:rPr lang="en-US" sz="1800" dirty="0"/>
              <a:t> 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efisiensi</a:t>
            </a:r>
            <a:r>
              <a:rPr lang="en-US" sz="1800" dirty="0"/>
              <a:t> </a:t>
            </a:r>
            <a:r>
              <a:rPr lang="en-US" sz="1800" dirty="0" err="1"/>
              <a:t>daya</a:t>
            </a:r>
            <a:r>
              <a:rPr lang="en-US" sz="1800" dirty="0"/>
              <a:t> yang </a:t>
            </a:r>
            <a:r>
              <a:rPr lang="en-US" sz="1800" dirty="0" err="1"/>
              <a:t>besar</a:t>
            </a:r>
            <a:r>
              <a:rPr lang="en-US" sz="1800" dirty="0"/>
              <a:t> </a:t>
            </a:r>
            <a:r>
              <a:rPr lang="en-US" sz="1800" dirty="0" err="1"/>
              <a:t>sampai</a:t>
            </a:r>
            <a:r>
              <a:rPr lang="en-US" sz="1800" dirty="0"/>
              <a:t> </a:t>
            </a:r>
            <a:r>
              <a:rPr lang="en-US" sz="1800" dirty="0" err="1"/>
              <a:t>sekitar</a:t>
            </a:r>
            <a:r>
              <a:rPr lang="en-US" sz="1800" dirty="0"/>
              <a:t> 83% </a:t>
            </a:r>
            <a:r>
              <a:rPr lang="en-US" sz="1800" dirty="0" err="1"/>
              <a:t>jika</a:t>
            </a:r>
            <a:r>
              <a:rPr lang="en-US" sz="1800" dirty="0"/>
              <a:t> </a:t>
            </a:r>
            <a:r>
              <a:rPr lang="en-US" sz="1800" dirty="0" err="1"/>
              <a:t>dibandingkan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power supply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regulasi</a:t>
            </a:r>
            <a:r>
              <a:rPr lang="en-US" sz="1800" dirty="0"/>
              <a:t> </a:t>
            </a:r>
            <a:r>
              <a:rPr lang="en-US" sz="1800" dirty="0" err="1"/>
              <a:t>biasa</a:t>
            </a:r>
            <a:endParaRPr lang="en-US" sz="1800" dirty="0"/>
          </a:p>
          <a:p>
            <a:pPr lvl="0"/>
            <a:r>
              <a:rPr lang="en-US" sz="1800" dirty="0" err="1"/>
              <a:t>Terdapat</a:t>
            </a:r>
            <a:r>
              <a:rPr lang="en-US" sz="1800" dirty="0"/>
              <a:t> </a:t>
            </a:r>
            <a:r>
              <a:rPr lang="en-US" sz="1800" dirty="0" err="1"/>
              <a:t>berbagai</a:t>
            </a:r>
            <a:r>
              <a:rPr lang="en-US" sz="1800" dirty="0"/>
              <a:t> </a:t>
            </a:r>
            <a:r>
              <a:rPr lang="en-US" sz="1800" dirty="0" err="1"/>
              <a:t>macam</a:t>
            </a:r>
            <a:r>
              <a:rPr lang="en-US" sz="1800" dirty="0"/>
              <a:t> </a:t>
            </a:r>
            <a:r>
              <a:rPr lang="en-US" sz="1800" u="sng" dirty="0" err="1">
                <a:hlinkClick r:id="rId3" tooltip="View all posts in rangkaian regulator switching"/>
              </a:rPr>
              <a:t>rangkaian</a:t>
            </a:r>
            <a:r>
              <a:rPr lang="en-US" sz="1800" u="sng" dirty="0">
                <a:hlinkClick r:id="rId3" tooltip="View all posts in rangkaian regulator switching"/>
              </a:rPr>
              <a:t> regulator switching </a:t>
            </a:r>
            <a:r>
              <a:rPr lang="en-US" sz="1800" u="sng" dirty="0" err="1">
                <a:hlinkClick r:id="rId3" tooltip="View all posts in rangkaian regulator switching"/>
              </a:rPr>
              <a:t>tetapi</a:t>
            </a:r>
            <a:r>
              <a:rPr lang="en-US" sz="1800" u="sng" dirty="0">
                <a:hlinkClick r:id="rId3" tooltip="View all posts in rangkaian regulator switching"/>
              </a:rPr>
              <a:t> </a:t>
            </a:r>
            <a:r>
              <a:rPr lang="en-US" sz="1800" u="sng" dirty="0" err="1">
                <a:hlinkClick r:id="rId3" tooltip="View all posts in rangkaian regulator switching"/>
              </a:rPr>
              <a:t>semua</a:t>
            </a:r>
            <a:r>
              <a:rPr lang="en-US" sz="1800" u="sng" dirty="0">
                <a:hlinkClick r:id="rId3" tooltip="View all posts in rangkaian regulator switching"/>
              </a:rPr>
              <a:t> </a:t>
            </a:r>
            <a:r>
              <a:rPr lang="en-US" sz="1800" u="sng" dirty="0" err="1">
                <a:hlinkClick r:id="rId3" tooltip="View all posts in rangkaian regulator switching"/>
              </a:rPr>
              <a:t>rangkaian</a:t>
            </a:r>
            <a:r>
              <a:rPr lang="en-US" sz="1800" u="sng" dirty="0">
                <a:hlinkClick r:id="rId3" tooltip="View all posts in rangkaian regulator switching"/>
              </a:rPr>
              <a:t> regulator </a:t>
            </a:r>
            <a:r>
              <a:rPr lang="en-US" sz="1800" u="sng" dirty="0" err="1">
                <a:hlinkClick r:id="rId3" tooltip="View all posts in rangkaian regulator switching"/>
              </a:rPr>
              <a:t>tersebut</a:t>
            </a:r>
            <a:r>
              <a:rPr lang="en-US" sz="1800" u="sng" dirty="0">
                <a:hlinkClick r:id="rId3" tooltip="View all posts in rangkaian regulator switching"/>
              </a:rPr>
              <a:t> </a:t>
            </a:r>
            <a:r>
              <a:rPr lang="en-US" sz="1800" u="sng" dirty="0" err="1">
                <a:hlinkClick r:id="rId3" tooltip="View all posts in rangkaian regulator switching"/>
              </a:rPr>
              <a:t>selalu</a:t>
            </a:r>
            <a:r>
              <a:rPr lang="en-US" sz="1800" u="sng" dirty="0">
                <a:hlinkClick r:id="rId3" tooltip="View all posts in rangkaian regulator switching"/>
              </a:rPr>
              <a:t> </a:t>
            </a:r>
            <a:r>
              <a:rPr lang="en-US" sz="1800" u="sng" dirty="0" err="1">
                <a:hlinkClick r:id="rId3" tooltip="View all posts in rangkaian regulator switching"/>
              </a:rPr>
              <a:t>mempunyai</a:t>
            </a:r>
            <a:r>
              <a:rPr lang="en-US" sz="1800" u="sng" dirty="0">
                <a:hlinkClick r:id="rId3" tooltip="View all posts in rangkaian regulator switching"/>
              </a:rPr>
              <a:t> 4 </a:t>
            </a:r>
            <a:r>
              <a:rPr lang="en-US" sz="1800" u="sng" dirty="0" err="1">
                <a:hlinkClick r:id="rId3" tooltip="View all posts in rangkaian regulator switching"/>
              </a:rPr>
              <a:t>elemen</a:t>
            </a:r>
            <a:r>
              <a:rPr lang="en-US" sz="1800" u="sng" dirty="0">
                <a:hlinkClick r:id="rId3" tooltip="View all posts in rangkaian regulator switching"/>
              </a:rPr>
              <a:t> </a:t>
            </a:r>
            <a:r>
              <a:rPr lang="en-US" sz="1800" u="sng" dirty="0" err="1">
                <a:hlinkClick r:id="rId3" tooltip="View all posts in rangkaian regulator switching"/>
              </a:rPr>
              <a:t>dasar</a:t>
            </a:r>
            <a:r>
              <a:rPr lang="en-US" sz="1800" u="sng" dirty="0">
                <a:hlinkClick r:id="rId3" tooltip="View all posts in rangkaian regulator switching"/>
              </a:rPr>
              <a:t> : </a:t>
            </a:r>
          </a:p>
          <a:p>
            <a:pPr lvl="1"/>
            <a:r>
              <a:rPr lang="en-US" u="sng" dirty="0" smtClean="0">
                <a:hlinkClick r:id="rId3" tooltip="View all posts in rangkaian regulator switching"/>
              </a:rPr>
              <a:t>Switching </a:t>
            </a:r>
            <a:r>
              <a:rPr lang="en-US" u="sng" dirty="0">
                <a:hlinkClick r:id="rId3" tooltip="View all posts in rangkaian regulator switching"/>
              </a:rPr>
              <a:t>Transistor</a:t>
            </a:r>
          </a:p>
          <a:p>
            <a:pPr lvl="1"/>
            <a:r>
              <a:rPr lang="en-US" u="sng" dirty="0" err="1">
                <a:hlinkClick r:id="rId3" tooltip="View all posts in rangkaian regulator switching"/>
              </a:rPr>
              <a:t>Dioda</a:t>
            </a:r>
            <a:r>
              <a:rPr lang="en-US" u="sng" dirty="0">
                <a:hlinkClick r:id=""/>
              </a:rPr>
              <a:t> Clamp</a:t>
            </a:r>
          </a:p>
          <a:p>
            <a:pPr lvl="1"/>
            <a:r>
              <a:rPr lang="en-US" u="sng" dirty="0">
                <a:hlinkClick r:id=""/>
              </a:rPr>
              <a:t>LC Filter</a:t>
            </a:r>
          </a:p>
          <a:p>
            <a:pPr lvl="1"/>
            <a:r>
              <a:rPr lang="en-US" u="sng" dirty="0" err="1">
                <a:hlinkClick r:id="rId3" tooltip="View all posts in rangkaian regulator switching"/>
              </a:rPr>
              <a:t>Rangkaian</a:t>
            </a:r>
            <a:r>
              <a:rPr lang="en-US" u="sng" dirty="0">
                <a:hlinkClick r:id="rId3" tooltip="View all posts in rangkaian regulator switching"/>
              </a:rPr>
              <a:t> </a:t>
            </a:r>
            <a:r>
              <a:rPr lang="en-US" u="sng" dirty="0" err="1">
                <a:hlinkClick r:id="rId3" tooltip="View all posts in rangkaian regulator switching"/>
              </a:rPr>
              <a:t>kontrol</a:t>
            </a:r>
            <a:endParaRPr lang="en-US" u="sng" dirty="0">
              <a:hlinkClick r:id="rId3" tooltip="View all posts in rangkaian regulator switching"/>
            </a:endParaRP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35952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092" y="2438740"/>
            <a:ext cx="5995307" cy="3263504"/>
          </a:xfrm>
        </p:spPr>
        <p:txBody>
          <a:bodyPr>
            <a:normAutofit/>
          </a:bodyPr>
          <a:lstStyle/>
          <a:p>
            <a:pPr algn="just"/>
            <a:r>
              <a:rPr lang="en-US" sz="1500" dirty="0" err="1"/>
              <a:t>Pada</a:t>
            </a:r>
            <a:r>
              <a:rPr lang="en-US" sz="1500" dirty="0"/>
              <a:t> </a:t>
            </a:r>
            <a:r>
              <a:rPr lang="en-US" sz="1500" dirty="0" err="1"/>
              <a:t>saat</a:t>
            </a:r>
            <a:r>
              <a:rPr lang="en-US" sz="1500" dirty="0"/>
              <a:t> switch </a:t>
            </a:r>
            <a:r>
              <a:rPr lang="en-US" sz="1500" dirty="0" err="1"/>
              <a:t>tertutup</a:t>
            </a:r>
            <a:r>
              <a:rPr lang="en-US" sz="1500" dirty="0"/>
              <a:t> </a:t>
            </a:r>
            <a:r>
              <a:rPr lang="en-US" sz="1500" dirty="0" err="1"/>
              <a:t>maka</a:t>
            </a:r>
            <a:r>
              <a:rPr lang="en-US" sz="1500" dirty="0"/>
              <a:t> I</a:t>
            </a:r>
            <a:r>
              <a:rPr lang="en-US" sz="1500" baseline="-25000" dirty="0"/>
              <a:t>L</a:t>
            </a:r>
            <a:r>
              <a:rPr lang="en-US" sz="1500" dirty="0"/>
              <a:t> 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mengalir</a:t>
            </a:r>
            <a:r>
              <a:rPr lang="en-US" sz="1500" dirty="0"/>
              <a:t> </a:t>
            </a:r>
            <a:r>
              <a:rPr lang="en-US" sz="1500" dirty="0" err="1"/>
              <a:t>dari</a:t>
            </a:r>
            <a:r>
              <a:rPr lang="en-US" sz="1500" dirty="0"/>
              <a:t> V</a:t>
            </a:r>
            <a:r>
              <a:rPr lang="en-US" sz="1500" baseline="-25000" dirty="0"/>
              <a:t>in</a:t>
            </a:r>
            <a:r>
              <a:rPr lang="en-US" sz="1500" dirty="0"/>
              <a:t> </a:t>
            </a:r>
            <a:r>
              <a:rPr lang="en-US" sz="1500" dirty="0" err="1"/>
              <a:t>ke</a:t>
            </a:r>
            <a:r>
              <a:rPr lang="en-US" sz="1500" dirty="0"/>
              <a:t> </a:t>
            </a:r>
            <a:r>
              <a:rPr lang="en-US" sz="1500" dirty="0" err="1"/>
              <a:t>beban</a:t>
            </a:r>
            <a:r>
              <a:rPr lang="en-US" sz="1500" dirty="0"/>
              <a:t>.   </a:t>
            </a:r>
            <a:r>
              <a:rPr lang="en-US" sz="1500" dirty="0" err="1"/>
              <a:t>Karena</a:t>
            </a:r>
            <a:r>
              <a:rPr lang="en-US" sz="1500" dirty="0"/>
              <a:t> </a:t>
            </a:r>
            <a:r>
              <a:rPr lang="en-US" sz="1500" dirty="0" err="1"/>
              <a:t>terdapat</a:t>
            </a:r>
            <a:r>
              <a:rPr lang="en-US" sz="1500" dirty="0"/>
              <a:t> </a:t>
            </a:r>
            <a:r>
              <a:rPr lang="en-US" sz="1500" dirty="0" err="1"/>
              <a:t>perbedaan</a:t>
            </a:r>
            <a:r>
              <a:rPr lang="en-US" sz="1500" dirty="0"/>
              <a:t> </a:t>
            </a:r>
            <a:r>
              <a:rPr lang="en-US" sz="1500" dirty="0" err="1"/>
              <a:t>tegangan</a:t>
            </a:r>
            <a:r>
              <a:rPr lang="en-US" sz="1500" dirty="0"/>
              <a:t> </a:t>
            </a:r>
            <a:r>
              <a:rPr lang="en-US" sz="1500" dirty="0" err="1"/>
              <a:t>antara</a:t>
            </a:r>
            <a:r>
              <a:rPr lang="en-US" sz="1500" dirty="0"/>
              <a:t> </a:t>
            </a:r>
            <a:r>
              <a:rPr lang="en-US" sz="1500" dirty="0" err="1"/>
              <a:t>tegangan</a:t>
            </a:r>
            <a:r>
              <a:rPr lang="en-US" sz="1500" dirty="0"/>
              <a:t> output </a:t>
            </a:r>
            <a:r>
              <a:rPr lang="en-US" sz="1500" dirty="0" err="1"/>
              <a:t>dan</a:t>
            </a:r>
            <a:r>
              <a:rPr lang="en-US" sz="1500" dirty="0"/>
              <a:t> </a:t>
            </a:r>
            <a:r>
              <a:rPr lang="en-US" sz="1500" dirty="0" err="1"/>
              <a:t>tegangan</a:t>
            </a:r>
            <a:r>
              <a:rPr lang="en-US" sz="1500" dirty="0"/>
              <a:t> input </a:t>
            </a:r>
            <a:r>
              <a:rPr lang="en-US" sz="1500" dirty="0" err="1"/>
              <a:t>maka</a:t>
            </a:r>
            <a:r>
              <a:rPr lang="en-US" sz="1500" dirty="0"/>
              <a:t> I</a:t>
            </a:r>
            <a:r>
              <a:rPr lang="en-US" sz="1500" baseline="-25000" dirty="0"/>
              <a:t>L</a:t>
            </a:r>
            <a:r>
              <a:rPr lang="en-US" sz="1500" dirty="0"/>
              <a:t> 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naik</a:t>
            </a:r>
            <a:r>
              <a:rPr lang="en-US" sz="1500" dirty="0"/>
              <a:t>.   </a:t>
            </a:r>
            <a:r>
              <a:rPr lang="en-US" sz="1500" dirty="0" err="1"/>
              <a:t>Pada</a:t>
            </a:r>
            <a:r>
              <a:rPr lang="en-US" sz="1500" dirty="0"/>
              <a:t> </a:t>
            </a:r>
            <a:r>
              <a:rPr lang="en-US" sz="1500" dirty="0" err="1"/>
              <a:t>saat</a:t>
            </a:r>
            <a:r>
              <a:rPr lang="en-US" sz="1500" dirty="0"/>
              <a:t> switch </a:t>
            </a:r>
            <a:r>
              <a:rPr lang="en-US" sz="1500" dirty="0" err="1"/>
              <a:t>terbuka</a:t>
            </a:r>
            <a:r>
              <a:rPr lang="en-US" sz="1500" dirty="0"/>
              <a:t> </a:t>
            </a:r>
            <a:r>
              <a:rPr lang="en-US" sz="1500" dirty="0" err="1"/>
              <a:t>maka</a:t>
            </a:r>
            <a:r>
              <a:rPr lang="en-US" sz="1500" dirty="0"/>
              <a:t> </a:t>
            </a:r>
            <a:r>
              <a:rPr lang="en-US" sz="1500" dirty="0" err="1"/>
              <a:t>energi</a:t>
            </a:r>
            <a:r>
              <a:rPr lang="en-US" sz="1500" dirty="0"/>
              <a:t> yang </a:t>
            </a:r>
            <a:r>
              <a:rPr lang="en-US" sz="1500" dirty="0" err="1"/>
              <a:t>tersimpan</a:t>
            </a:r>
            <a:r>
              <a:rPr lang="en-US" sz="1500" dirty="0"/>
              <a:t> di </a:t>
            </a:r>
            <a:r>
              <a:rPr lang="en-US" sz="1500" dirty="0" err="1"/>
              <a:t>dalam</a:t>
            </a:r>
            <a:r>
              <a:rPr lang="en-US" sz="1500" dirty="0"/>
              <a:t> </a:t>
            </a:r>
            <a:r>
              <a:rPr lang="en-US" sz="1500" dirty="0" err="1"/>
              <a:t>induktor</a:t>
            </a:r>
            <a:r>
              <a:rPr lang="en-US" sz="1500" dirty="0"/>
              <a:t> 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memaksa</a:t>
            </a:r>
            <a:r>
              <a:rPr lang="en-US" sz="1500" dirty="0"/>
              <a:t> agar I</a:t>
            </a:r>
            <a:r>
              <a:rPr lang="en-US" sz="1500" baseline="-25000" dirty="0"/>
              <a:t>L </a:t>
            </a:r>
            <a:r>
              <a:rPr lang="en-US" sz="1500" dirty="0" err="1"/>
              <a:t>tetap</a:t>
            </a:r>
            <a:r>
              <a:rPr lang="en-US" sz="1500" dirty="0"/>
              <a:t> </a:t>
            </a:r>
            <a:r>
              <a:rPr lang="en-US" sz="1500" dirty="0" err="1"/>
              <a:t>mengalir</a:t>
            </a:r>
            <a:r>
              <a:rPr lang="en-US" sz="1500" dirty="0"/>
              <a:t> </a:t>
            </a:r>
            <a:r>
              <a:rPr lang="en-US" sz="1500" dirty="0" err="1"/>
              <a:t>ke</a:t>
            </a:r>
            <a:r>
              <a:rPr lang="en-US" sz="1500" dirty="0"/>
              <a:t> </a:t>
            </a:r>
            <a:r>
              <a:rPr lang="en-US" sz="1500" dirty="0" err="1"/>
              <a:t>beban</a:t>
            </a:r>
            <a:r>
              <a:rPr lang="en-US" sz="1500" dirty="0"/>
              <a:t>, I</a:t>
            </a:r>
            <a:r>
              <a:rPr lang="en-US" sz="1500" baseline="-25000" dirty="0"/>
              <a:t>L</a:t>
            </a:r>
            <a:r>
              <a:rPr lang="en-US" sz="1500" dirty="0"/>
              <a:t> 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turun</a:t>
            </a:r>
            <a:r>
              <a:rPr lang="en-US" sz="1500" dirty="0"/>
              <a:t>.</a:t>
            </a:r>
          </a:p>
          <a:p>
            <a:pPr algn="just"/>
            <a:r>
              <a:rPr lang="en-US" sz="1500" dirty="0" err="1"/>
              <a:t>Arus</a:t>
            </a:r>
            <a:r>
              <a:rPr lang="en-US" sz="1500" dirty="0"/>
              <a:t> rata-rata yang </a:t>
            </a:r>
            <a:r>
              <a:rPr lang="en-US" sz="1500" dirty="0" err="1"/>
              <a:t>melewati</a:t>
            </a:r>
            <a:r>
              <a:rPr lang="en-US" sz="1500" dirty="0"/>
              <a:t> </a:t>
            </a:r>
            <a:r>
              <a:rPr lang="en-US" sz="1500" dirty="0" err="1"/>
              <a:t>induktor</a:t>
            </a:r>
            <a:r>
              <a:rPr lang="en-US" sz="1500" dirty="0"/>
              <a:t> </a:t>
            </a:r>
            <a:r>
              <a:rPr lang="en-US" sz="1500" dirty="0" err="1"/>
              <a:t>sama</a:t>
            </a:r>
            <a:r>
              <a:rPr lang="en-US" sz="1500" dirty="0"/>
              <a:t> </a:t>
            </a:r>
            <a:r>
              <a:rPr lang="en-US" sz="1500" dirty="0" err="1"/>
              <a:t>dengan</a:t>
            </a:r>
            <a:r>
              <a:rPr lang="en-US" sz="1500" dirty="0"/>
              <a:t> </a:t>
            </a:r>
            <a:r>
              <a:rPr lang="en-US" sz="1500" dirty="0" err="1"/>
              <a:t>arus</a:t>
            </a:r>
            <a:r>
              <a:rPr lang="en-US" sz="1500" dirty="0"/>
              <a:t> </a:t>
            </a:r>
            <a:r>
              <a:rPr lang="en-US" sz="1500" dirty="0" err="1"/>
              <a:t>beban</a:t>
            </a:r>
            <a:r>
              <a:rPr lang="en-US" sz="1500" dirty="0"/>
              <a:t>. </a:t>
            </a:r>
            <a:r>
              <a:rPr lang="en-US" sz="1500" dirty="0" err="1"/>
              <a:t>Karena</a:t>
            </a:r>
            <a:r>
              <a:rPr lang="en-US" sz="1500" dirty="0"/>
              <a:t> </a:t>
            </a:r>
            <a:r>
              <a:rPr lang="en-US" sz="1500" dirty="0" err="1"/>
              <a:t>tegangan</a:t>
            </a:r>
            <a:r>
              <a:rPr lang="en-US" sz="1500" dirty="0"/>
              <a:t> Vo </a:t>
            </a:r>
            <a:r>
              <a:rPr lang="en-US" sz="1500" dirty="0" err="1"/>
              <a:t>dijaga</a:t>
            </a:r>
            <a:r>
              <a:rPr lang="en-US" sz="1500" dirty="0"/>
              <a:t> </a:t>
            </a:r>
            <a:r>
              <a:rPr lang="en-US" sz="1500" dirty="0" err="1"/>
              <a:t>konstan</a:t>
            </a:r>
            <a:r>
              <a:rPr lang="en-US" sz="1500" dirty="0"/>
              <a:t> </a:t>
            </a:r>
            <a:r>
              <a:rPr lang="en-US" sz="1500" dirty="0" err="1"/>
              <a:t>oleh</a:t>
            </a:r>
            <a:r>
              <a:rPr lang="en-US" sz="1500" dirty="0"/>
              <a:t> </a:t>
            </a:r>
            <a:r>
              <a:rPr lang="en-US" sz="1500" dirty="0" err="1"/>
              <a:t>kapasitor</a:t>
            </a:r>
            <a:r>
              <a:rPr lang="en-US" sz="1500" dirty="0"/>
              <a:t> </a:t>
            </a:r>
            <a:r>
              <a:rPr lang="en-US" sz="1500" dirty="0" err="1"/>
              <a:t>maka</a:t>
            </a:r>
            <a:r>
              <a:rPr lang="en-US" sz="1500" dirty="0"/>
              <a:t> Io 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konstant</a:t>
            </a:r>
            <a:r>
              <a:rPr lang="en-US" sz="1500" dirty="0"/>
              <a:t>. </a:t>
            </a:r>
            <a:r>
              <a:rPr lang="en-US" sz="1500" dirty="0" err="1"/>
              <a:t>Ketika</a:t>
            </a:r>
            <a:r>
              <a:rPr lang="en-US" sz="1500" dirty="0"/>
              <a:t> I</a:t>
            </a:r>
            <a:r>
              <a:rPr lang="en-US" sz="1500" baseline="-25000" dirty="0"/>
              <a:t>L</a:t>
            </a:r>
            <a:r>
              <a:rPr lang="en-US" sz="1500" dirty="0"/>
              <a:t> </a:t>
            </a:r>
            <a:r>
              <a:rPr lang="en-US" sz="1500" dirty="0" err="1"/>
              <a:t>naik</a:t>
            </a:r>
            <a:r>
              <a:rPr lang="en-US" sz="1500" dirty="0"/>
              <a:t> di </a:t>
            </a:r>
            <a:r>
              <a:rPr lang="en-US" sz="1500" dirty="0" err="1"/>
              <a:t>atas</a:t>
            </a:r>
            <a:r>
              <a:rPr lang="en-US" sz="1500" dirty="0"/>
              <a:t> Io </a:t>
            </a:r>
            <a:r>
              <a:rPr lang="en-US" sz="1500" dirty="0" err="1"/>
              <a:t>maka</a:t>
            </a:r>
            <a:r>
              <a:rPr lang="en-US" sz="1500" dirty="0"/>
              <a:t> </a:t>
            </a:r>
            <a:r>
              <a:rPr lang="en-US" sz="1500" dirty="0" err="1"/>
              <a:t>kapasitor</a:t>
            </a:r>
            <a:r>
              <a:rPr lang="en-US" sz="1500" dirty="0"/>
              <a:t> 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diisi</a:t>
            </a:r>
            <a:r>
              <a:rPr lang="en-US" sz="1500" dirty="0"/>
              <a:t> </a:t>
            </a:r>
            <a:r>
              <a:rPr lang="en-US" sz="1500" dirty="0" err="1"/>
              <a:t>dan</a:t>
            </a:r>
            <a:r>
              <a:rPr lang="en-US" sz="1500" dirty="0"/>
              <a:t> </a:t>
            </a:r>
            <a:r>
              <a:rPr lang="en-US" sz="1500" dirty="0" err="1"/>
              <a:t>pada</a:t>
            </a:r>
            <a:r>
              <a:rPr lang="en-US" sz="1500" dirty="0"/>
              <a:t> </a:t>
            </a:r>
            <a:r>
              <a:rPr lang="en-US" sz="1500" dirty="0" err="1"/>
              <a:t>saat</a:t>
            </a:r>
            <a:r>
              <a:rPr lang="en-US" sz="1500" dirty="0"/>
              <a:t> I</a:t>
            </a:r>
            <a:r>
              <a:rPr lang="en-US" sz="1500" baseline="-25000" dirty="0"/>
              <a:t>L</a:t>
            </a:r>
            <a:r>
              <a:rPr lang="en-US" sz="1500" dirty="0"/>
              <a:t> </a:t>
            </a:r>
            <a:r>
              <a:rPr lang="en-US" sz="1500" dirty="0" err="1"/>
              <a:t>turun</a:t>
            </a:r>
            <a:r>
              <a:rPr lang="en-US" sz="1500" dirty="0"/>
              <a:t> di </a:t>
            </a:r>
            <a:r>
              <a:rPr lang="en-US" sz="1500" dirty="0" err="1"/>
              <a:t>bawah</a:t>
            </a:r>
            <a:r>
              <a:rPr lang="en-US" sz="1500" dirty="0"/>
              <a:t> Io </a:t>
            </a:r>
            <a:r>
              <a:rPr lang="en-US" sz="1500" dirty="0" err="1"/>
              <a:t>maka</a:t>
            </a:r>
            <a:r>
              <a:rPr lang="en-US" sz="1500" dirty="0"/>
              <a:t> </a:t>
            </a:r>
            <a:r>
              <a:rPr lang="en-US" sz="1500" dirty="0" err="1"/>
              <a:t>kapasitor</a:t>
            </a:r>
            <a:r>
              <a:rPr lang="en-US" sz="1500" dirty="0"/>
              <a:t> </a:t>
            </a:r>
            <a:r>
              <a:rPr lang="en-US" sz="1500" dirty="0" err="1"/>
              <a:t>akan</a:t>
            </a:r>
            <a:r>
              <a:rPr lang="en-US" sz="1500" dirty="0"/>
              <a:t> discharge.</a:t>
            </a:r>
          </a:p>
          <a:p>
            <a:pPr algn="just"/>
            <a:r>
              <a:rPr lang="en-US" sz="1500" dirty="0" err="1"/>
              <a:t>Kondisi</a:t>
            </a:r>
            <a:r>
              <a:rPr lang="en-US" sz="1500" dirty="0"/>
              <a:t> </a:t>
            </a:r>
            <a:r>
              <a:rPr lang="en-US" sz="1500" dirty="0" err="1"/>
              <a:t>ini</a:t>
            </a:r>
            <a:r>
              <a:rPr lang="en-US" sz="1500" dirty="0"/>
              <a:t> 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terus</a:t>
            </a:r>
            <a:r>
              <a:rPr lang="en-US" sz="1500" dirty="0"/>
              <a:t> </a:t>
            </a:r>
            <a:r>
              <a:rPr lang="en-US" sz="1500" dirty="0" err="1"/>
              <a:t>berulang</a:t>
            </a:r>
            <a:r>
              <a:rPr lang="en-US" sz="1500" dirty="0"/>
              <a:t> </a:t>
            </a:r>
            <a:r>
              <a:rPr lang="en-US" sz="1500" dirty="0" err="1"/>
              <a:t>sehingga</a:t>
            </a:r>
            <a:r>
              <a:rPr lang="en-US" sz="1500" dirty="0"/>
              <a:t> </a:t>
            </a:r>
            <a:r>
              <a:rPr lang="en-US" sz="1500" dirty="0" err="1"/>
              <a:t>akan</a:t>
            </a:r>
            <a:r>
              <a:rPr lang="en-US" sz="1500" dirty="0"/>
              <a:t> </a:t>
            </a:r>
            <a:r>
              <a:rPr lang="en-US" sz="1500" dirty="0" err="1"/>
              <a:t>menghasilkan</a:t>
            </a:r>
            <a:r>
              <a:rPr lang="en-US" sz="1500" dirty="0"/>
              <a:t> </a:t>
            </a:r>
            <a:r>
              <a:rPr lang="en-US" sz="1500" dirty="0" err="1"/>
              <a:t>suatu</a:t>
            </a:r>
            <a:r>
              <a:rPr lang="en-US" sz="1500" dirty="0"/>
              <a:t> </a:t>
            </a:r>
            <a:r>
              <a:rPr lang="en-US" sz="1500" dirty="0" err="1"/>
              <a:t>gelombang</a:t>
            </a:r>
            <a:r>
              <a:rPr lang="en-US" sz="1500" dirty="0"/>
              <a:t> yang </a:t>
            </a:r>
            <a:r>
              <a:rPr lang="en-US" sz="1500" dirty="0" err="1"/>
              <a:t>periodik</a:t>
            </a:r>
            <a:r>
              <a:rPr lang="en-US" sz="1500" dirty="0"/>
              <a:t> </a:t>
            </a:r>
            <a:r>
              <a:rPr lang="en-US" sz="1500" dirty="0" err="1"/>
              <a:t>dan</a:t>
            </a:r>
            <a:r>
              <a:rPr lang="en-US" sz="1500" dirty="0"/>
              <a:t> </a:t>
            </a:r>
            <a:r>
              <a:rPr lang="en-US" sz="1500" dirty="0" err="1"/>
              <a:t>operasi</a:t>
            </a:r>
            <a:r>
              <a:rPr lang="en-US" sz="1500" dirty="0"/>
              <a:t> </a:t>
            </a:r>
            <a:r>
              <a:rPr lang="en-US" sz="1500" dirty="0" err="1"/>
              <a:t>kerja</a:t>
            </a:r>
            <a:r>
              <a:rPr lang="en-US" sz="1500" dirty="0"/>
              <a:t> regulator </a:t>
            </a:r>
            <a:r>
              <a:rPr lang="en-US" sz="1500" dirty="0" err="1"/>
              <a:t>dalam</a:t>
            </a:r>
            <a:r>
              <a:rPr lang="en-US" sz="1500" dirty="0"/>
              <a:t> </a:t>
            </a:r>
            <a:r>
              <a:rPr lang="en-US" sz="1500" dirty="0" err="1"/>
              <a:t>kondisi</a:t>
            </a:r>
            <a:r>
              <a:rPr lang="en-US" sz="1500" dirty="0"/>
              <a:t> steady state.</a:t>
            </a:r>
          </a:p>
        </p:txBody>
      </p:sp>
      <p:pic>
        <p:nvPicPr>
          <p:cNvPr id="4" name="Picture 3" descr="Dasar Prinsip Kerja Switching Regulator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316" y="2297346"/>
            <a:ext cx="3667685" cy="22006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697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DC-DC </a:t>
            </a:r>
            <a:r>
              <a:rPr lang="en-US" dirty="0" err="1" smtClean="0"/>
              <a:t>Konverter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umum</a:t>
            </a:r>
            <a:r>
              <a:rPr lang="en-US" dirty="0"/>
              <a:t>, </a:t>
            </a:r>
            <a:r>
              <a:rPr lang="en-US" u="sng" dirty="0" err="1">
                <a:hlinkClick r:id="rId2"/>
              </a:rPr>
              <a:t>konverter</a:t>
            </a:r>
            <a:r>
              <a:rPr lang="en-US" u="sng" dirty="0">
                <a:hlinkClick r:id="rId2"/>
              </a:rPr>
              <a:t> DC-DC</a:t>
            </a:r>
            <a:r>
              <a:rPr lang="en-US" dirty="0"/>
              <a:t> </a:t>
            </a:r>
            <a:r>
              <a:rPr lang="en-US" dirty="0" err="1"/>
              <a:t>berfungsi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mengkonversikan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</a:t>
            </a:r>
            <a:r>
              <a:rPr lang="en-US" dirty="0" err="1"/>
              <a:t>searah</a:t>
            </a:r>
            <a:r>
              <a:rPr lang="en-US" dirty="0"/>
              <a:t> (DC)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</a:t>
            </a:r>
            <a:r>
              <a:rPr lang="en-US" dirty="0" err="1"/>
              <a:t>daya</a:t>
            </a:r>
            <a:r>
              <a:rPr lang="en-US" dirty="0"/>
              <a:t> </a:t>
            </a:r>
            <a:r>
              <a:rPr lang="en-US" dirty="0" err="1"/>
              <a:t>listrik</a:t>
            </a:r>
            <a:r>
              <a:rPr lang="en-US" dirty="0"/>
              <a:t> DC </a:t>
            </a:r>
            <a:r>
              <a:rPr lang="en-US" dirty="0" err="1"/>
              <a:t>lainnya</a:t>
            </a:r>
            <a:r>
              <a:rPr lang="en-US" dirty="0"/>
              <a:t> yang </a:t>
            </a:r>
            <a:r>
              <a:rPr lang="en-US" dirty="0" err="1"/>
              <a:t>terkontrol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,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dua-duanya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Ada </a:t>
            </a:r>
            <a:r>
              <a:rPr lang="en-US" dirty="0"/>
              <a:t>lima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konverter</a:t>
            </a:r>
            <a:r>
              <a:rPr lang="en-US" dirty="0"/>
              <a:t> DC-DC non-</a:t>
            </a:r>
            <a:r>
              <a:rPr lang="en-US" dirty="0" err="1"/>
              <a:t>isolasi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buck, boost, buck-boost, </a:t>
            </a:r>
            <a:r>
              <a:rPr lang="en-US" dirty="0" err="1"/>
              <a:t>cuk</a:t>
            </a:r>
            <a:r>
              <a:rPr lang="en-US" dirty="0"/>
              <a:t>,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sepic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1025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Buck Converter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konverter</a:t>
            </a:r>
            <a:r>
              <a:rPr lang="en-US" dirty="0"/>
              <a:t> </a:t>
            </a:r>
            <a:r>
              <a:rPr lang="en-US" dirty="0" err="1"/>
              <a:t>penurun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yang </a:t>
            </a:r>
            <a:r>
              <a:rPr lang="en-US" dirty="0" err="1"/>
              <a:t>mengkonversikan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masukan</a:t>
            </a:r>
            <a:r>
              <a:rPr lang="en-US" dirty="0"/>
              <a:t> DC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DC </a:t>
            </a:r>
            <a:r>
              <a:rPr lang="en-US" dirty="0" err="1"/>
              <a:t>lainnya</a:t>
            </a:r>
            <a:r>
              <a:rPr lang="en-US" dirty="0"/>
              <a:t> yang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rendah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85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aphicFrame>
        <p:nvGraphicFramePr>
          <p:cNvPr id="27" name="Diagram 26"/>
          <p:cNvGraphicFramePr/>
          <p:nvPr>
            <p:extLst>
              <p:ext uri="{D42A27DB-BD31-4B8C-83A1-F6EECF244321}">
                <p14:modId xmlns:p14="http://schemas.microsoft.com/office/powerpoint/2010/main" val="1474028532"/>
              </p:ext>
            </p:extLst>
          </p:nvPr>
        </p:nvGraphicFramePr>
        <p:xfrm>
          <a:off x="1981200" y="5655129"/>
          <a:ext cx="8229600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8" name="Pie 27"/>
          <p:cNvSpPr/>
          <p:nvPr/>
        </p:nvSpPr>
        <p:spPr>
          <a:xfrm rot="10600249">
            <a:off x="9753600" y="565512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3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HW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Regulator</a:t>
            </a:r>
            <a:r>
              <a:rPr lang="fi-FI" dirty="0" smtClean="0"/>
              <a:t> </a:t>
            </a:r>
            <a:r>
              <a:rPr lang="fi-FI" dirty="0" smtClean="0"/>
              <a:t>bertikut:</a:t>
            </a:r>
            <a:endParaRPr lang="en-US" dirty="0"/>
          </a:p>
        </p:txBody>
      </p:sp>
      <p:pic>
        <p:nvPicPr>
          <p:cNvPr id="48130" name="Picture 2" descr="Cara mensimulasikan catu daya AC di Proteu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817" y="3278641"/>
            <a:ext cx="6184862" cy="2338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433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23898</TotalTime>
  <Words>290</Words>
  <Application>Microsoft Office PowerPoint</Application>
  <PresentationFormat>Widescreen</PresentationFormat>
  <Paragraphs>100</Paragraphs>
  <Slides>22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맑은 고딕</vt:lpstr>
      <vt:lpstr>Arial</vt:lpstr>
      <vt:lpstr>Calibri</vt:lpstr>
      <vt:lpstr>Calibri Light</vt:lpstr>
      <vt:lpstr>Cambria</vt:lpstr>
      <vt:lpstr>Edwardian Script ITC</vt:lpstr>
      <vt:lpstr>Times New Roman</vt:lpstr>
      <vt:lpstr>Wingdings</vt:lpstr>
      <vt:lpstr>Office Theme</vt:lpstr>
      <vt:lpstr>PowerPoint Presentation</vt:lpstr>
      <vt:lpstr>Regulator</vt:lpstr>
      <vt:lpstr>Pengertian Catu Daya</vt:lpstr>
      <vt:lpstr>Blok Catu Daya</vt:lpstr>
      <vt:lpstr>Pengatur Tegangan</vt:lpstr>
      <vt:lpstr>PowerPoint Presentation</vt:lpstr>
      <vt:lpstr>Regulator Seri</vt:lpstr>
      <vt:lpstr>Regulator Seri</vt:lpstr>
      <vt:lpstr>PowerPoint Presentation</vt:lpstr>
      <vt:lpstr>Op-Amp</vt:lpstr>
      <vt:lpstr>PowerPoint Presentation</vt:lpstr>
      <vt:lpstr>Regulator Paralel</vt:lpstr>
      <vt:lpstr>Regulator Paralel</vt:lpstr>
      <vt:lpstr>PowerPoint Presentation</vt:lpstr>
      <vt:lpstr>PowerPoint Presentation</vt:lpstr>
      <vt:lpstr>PowerPoint Presentation</vt:lpstr>
      <vt:lpstr>Switching Regulator</vt:lpstr>
      <vt:lpstr>PowerPoint Presentation</vt:lpstr>
      <vt:lpstr>DC-DC Konverter</vt:lpstr>
      <vt:lpstr>Buck Converter</vt:lpstr>
      <vt:lpstr>PowerPoint Presentation</vt:lpstr>
      <vt:lpstr>HW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131</cp:revision>
  <dcterms:created xsi:type="dcterms:W3CDTF">2024-10-22T07:52:57Z</dcterms:created>
  <dcterms:modified xsi:type="dcterms:W3CDTF">2026-03-25T03:47:12Z</dcterms:modified>
</cp:coreProperties>
</file>